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85" r:id="rId4"/>
    <p:sldId id="293" r:id="rId5"/>
    <p:sldId id="288" r:id="rId6"/>
    <p:sldId id="294" r:id="rId7"/>
    <p:sldId id="290" r:id="rId8"/>
    <p:sldId id="292" r:id="rId9"/>
    <p:sldId id="286" r:id="rId10"/>
    <p:sldId id="299" r:id="rId11"/>
    <p:sldId id="287" r:id="rId12"/>
    <p:sldId id="291" r:id="rId13"/>
    <p:sldId id="297" r:id="rId14"/>
    <p:sldId id="298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332866-803F-45E9-A120-6101FBB807E0}" v="164" dt="2025-09-22T21:56:24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 autoAdjust="0"/>
    <p:restoredTop sz="94654"/>
  </p:normalViewPr>
  <p:slideViewPr>
    <p:cSldViewPr snapToGrid="0">
      <p:cViewPr varScale="1">
        <p:scale>
          <a:sx n="96" d="100"/>
          <a:sy n="96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shiharu Hamaguchi" userId="470e288704938fe9" providerId="LiveId" clId="{46C12E7F-E35C-42BF-B856-810C3AAE2138}"/>
    <pc:docChg chg="custSel modSld">
      <pc:chgData name="Yoshiharu Hamaguchi" userId="470e288704938fe9" providerId="LiveId" clId="{46C12E7F-E35C-42BF-B856-810C3AAE2138}" dt="2024-08-17T07:15:42.746" v="129" actId="20577"/>
      <pc:docMkLst>
        <pc:docMk/>
      </pc:docMkLst>
      <pc:sldChg chg="modSp mod">
        <pc:chgData name="Yoshiharu Hamaguchi" userId="470e288704938fe9" providerId="LiveId" clId="{46C12E7F-E35C-42BF-B856-810C3AAE2138}" dt="2024-08-17T07:13:46.984" v="43" actId="20577"/>
        <pc:sldMkLst>
          <pc:docMk/>
          <pc:sldMk cId="634982452" sldId="256"/>
        </pc:sldMkLst>
      </pc:sldChg>
      <pc:sldChg chg="modSp mod">
        <pc:chgData name="Yoshiharu Hamaguchi" userId="470e288704938fe9" providerId="LiveId" clId="{46C12E7F-E35C-42BF-B856-810C3AAE2138}" dt="2024-08-17T07:14:18.771" v="52" actId="20577"/>
        <pc:sldMkLst>
          <pc:docMk/>
          <pc:sldMk cId="3586103662" sldId="259"/>
        </pc:sldMkLst>
      </pc:sldChg>
      <pc:sldChg chg="modSp mod">
        <pc:chgData name="Yoshiharu Hamaguchi" userId="470e288704938fe9" providerId="LiveId" clId="{46C12E7F-E35C-42BF-B856-810C3AAE2138}" dt="2024-08-17T07:13:56.935" v="45" actId="27636"/>
        <pc:sldMkLst>
          <pc:docMk/>
          <pc:sldMk cId="3422986759" sldId="260"/>
        </pc:sldMkLst>
      </pc:sldChg>
      <pc:sldChg chg="modSp mod">
        <pc:chgData name="Yoshiharu Hamaguchi" userId="470e288704938fe9" providerId="LiveId" clId="{46C12E7F-E35C-42BF-B856-810C3AAE2138}" dt="2024-08-17T07:15:42.746" v="129" actId="20577"/>
        <pc:sldMkLst>
          <pc:docMk/>
          <pc:sldMk cId="4019972730" sldId="262"/>
        </pc:sldMkLst>
      </pc:sldChg>
    </pc:docChg>
  </pc:docChgLst>
  <pc:docChgLst>
    <pc:chgData name="Yoshiharu Hamaguchi" userId="470e288704938fe9" providerId="LiveId" clId="{C43607F1-232B-44DB-B3B2-14DEC55E9315}"/>
    <pc:docChg chg="undo redo custSel addSld modSld sldOrd">
      <pc:chgData name="Yoshiharu Hamaguchi" userId="470e288704938fe9" providerId="LiveId" clId="{C43607F1-232B-44DB-B3B2-14DEC55E9315}" dt="2024-09-25T15:29:14.834" v="6781" actId="20577"/>
      <pc:docMkLst>
        <pc:docMk/>
      </pc:docMkLst>
      <pc:sldChg chg="modSp mod">
        <pc:chgData name="Yoshiharu Hamaguchi" userId="470e288704938fe9" providerId="LiveId" clId="{C43607F1-232B-44DB-B3B2-14DEC55E9315}" dt="2024-09-25T10:11:46.044" v="3377"/>
        <pc:sldMkLst>
          <pc:docMk/>
          <pc:sldMk cId="634982452" sldId="256"/>
        </pc:sldMkLst>
      </pc:sldChg>
      <pc:sldChg chg="modSp mod ord">
        <pc:chgData name="Yoshiharu Hamaguchi" userId="470e288704938fe9" providerId="LiveId" clId="{C43607F1-232B-44DB-B3B2-14DEC55E9315}" dt="2024-09-25T15:29:14.834" v="6781" actId="20577"/>
        <pc:sldMkLst>
          <pc:docMk/>
          <pc:sldMk cId="4019972730" sldId="262"/>
        </pc:sldMkLst>
      </pc:sldChg>
      <pc:sldChg chg="modSp add mod">
        <pc:chgData name="Yoshiharu Hamaguchi" userId="470e288704938fe9" providerId="LiveId" clId="{C43607F1-232B-44DB-B3B2-14DEC55E9315}" dt="2024-09-25T12:01:46.486" v="5502" actId="20577"/>
        <pc:sldMkLst>
          <pc:docMk/>
          <pc:sldMk cId="958570635" sldId="263"/>
        </pc:sldMkLst>
      </pc:sldChg>
      <pc:sldChg chg="modSp add mod">
        <pc:chgData name="Yoshiharu Hamaguchi" userId="470e288704938fe9" providerId="LiveId" clId="{C43607F1-232B-44DB-B3B2-14DEC55E9315}" dt="2024-09-25T15:26:14.501" v="6687" actId="20577"/>
        <pc:sldMkLst>
          <pc:docMk/>
          <pc:sldMk cId="3365730422" sldId="264"/>
        </pc:sldMkLst>
      </pc:sldChg>
      <pc:sldChg chg="modSp add mod">
        <pc:chgData name="Yoshiharu Hamaguchi" userId="470e288704938fe9" providerId="LiveId" clId="{C43607F1-232B-44DB-B3B2-14DEC55E9315}" dt="2024-09-25T12:17:14.612" v="6294" actId="20577"/>
        <pc:sldMkLst>
          <pc:docMk/>
          <pc:sldMk cId="3485624740" sldId="265"/>
        </pc:sldMkLst>
      </pc:sldChg>
      <pc:sldChg chg="addSp delSp modSp add mod ord">
        <pc:chgData name="Yoshiharu Hamaguchi" userId="470e288704938fe9" providerId="LiveId" clId="{C43607F1-232B-44DB-B3B2-14DEC55E9315}" dt="2024-09-25T15:24:02.544" v="6637" actId="20577"/>
        <pc:sldMkLst>
          <pc:docMk/>
          <pc:sldMk cId="3544669301" sldId="266"/>
        </pc:sldMkLst>
      </pc:sldChg>
      <pc:sldChg chg="addSp delSp modSp add mod">
        <pc:chgData name="Yoshiharu Hamaguchi" userId="470e288704938fe9" providerId="LiveId" clId="{C43607F1-232B-44DB-B3B2-14DEC55E9315}" dt="2024-09-25T12:39:33.816" v="6418" actId="20577"/>
        <pc:sldMkLst>
          <pc:docMk/>
          <pc:sldMk cId="768576187" sldId="267"/>
        </pc:sldMkLst>
      </pc:sldChg>
      <pc:sldChg chg="addSp delSp modSp add mod">
        <pc:chgData name="Yoshiharu Hamaguchi" userId="470e288704938fe9" providerId="LiveId" clId="{C43607F1-232B-44DB-B3B2-14DEC55E9315}" dt="2024-09-25T13:29:00.213" v="6471" actId="20577"/>
        <pc:sldMkLst>
          <pc:docMk/>
          <pc:sldMk cId="840589698" sldId="268"/>
        </pc:sldMkLst>
      </pc:sldChg>
      <pc:sldChg chg="addSp delSp modSp add mod">
        <pc:chgData name="Yoshiharu Hamaguchi" userId="470e288704938fe9" providerId="LiveId" clId="{C43607F1-232B-44DB-B3B2-14DEC55E9315}" dt="2024-09-25T15:27:25.266" v="6758" actId="20577"/>
        <pc:sldMkLst>
          <pc:docMk/>
          <pc:sldMk cId="2142688305" sldId="269"/>
        </pc:sldMkLst>
      </pc:sldChg>
    </pc:docChg>
  </pc:docChgLst>
  <pc:docChgLst>
    <pc:chgData name="Yoshiharu Hamaguchi" userId="470e288704938fe9" providerId="LiveId" clId="{2DA42A88-41D6-4A1A-8697-2120E1337F92}"/>
    <pc:docChg chg="undo redo custSel addSld delSld modSld sldOrd">
      <pc:chgData name="Yoshiharu Hamaguchi" userId="470e288704938fe9" providerId="LiveId" clId="{2DA42A88-41D6-4A1A-8697-2120E1337F92}" dt="2025-09-22T21:56:36.376" v="8977" actId="14100"/>
      <pc:docMkLst>
        <pc:docMk/>
      </pc:docMkLst>
      <pc:sldChg chg="modSp mod">
        <pc:chgData name="Yoshiharu Hamaguchi" userId="470e288704938fe9" providerId="LiveId" clId="{2DA42A88-41D6-4A1A-8697-2120E1337F92}" dt="2025-09-22T15:48:47.623" v="8780" actId="1076"/>
        <pc:sldMkLst>
          <pc:docMk/>
          <pc:sldMk cId="634982452" sldId="256"/>
        </pc:sldMkLst>
        <pc:spChg chg="mod">
          <ac:chgData name="Yoshiharu Hamaguchi" userId="470e288704938fe9" providerId="LiveId" clId="{2DA42A88-41D6-4A1A-8697-2120E1337F92}" dt="2025-09-15T14:26:03.081" v="214" actId="20577"/>
          <ac:spMkLst>
            <pc:docMk/>
            <pc:sldMk cId="634982452" sldId="256"/>
            <ac:spMk id="2" creationId="{3F0D190A-A8DB-32F1-0D56-13F6D381B778}"/>
          </ac:spMkLst>
        </pc:spChg>
        <pc:spChg chg="mod">
          <ac:chgData name="Yoshiharu Hamaguchi" userId="470e288704938fe9" providerId="LiveId" clId="{2DA42A88-41D6-4A1A-8697-2120E1337F92}" dt="2025-09-22T15:48:47.623" v="8780" actId="1076"/>
          <ac:spMkLst>
            <pc:docMk/>
            <pc:sldMk cId="634982452" sldId="256"/>
            <ac:spMk id="3" creationId="{BC817A74-920C-0926-7C76-24BA4993B9F3}"/>
          </ac:spMkLst>
        </pc:spChg>
      </pc:sldChg>
      <pc:sldChg chg="ord">
        <pc:chgData name="Yoshiharu Hamaguchi" userId="470e288704938fe9" providerId="LiveId" clId="{2DA42A88-41D6-4A1A-8697-2120E1337F92}" dt="2025-09-15T15:02:22.375" v="2506"/>
        <pc:sldMkLst>
          <pc:docMk/>
          <pc:sldMk cId="4019972730" sldId="262"/>
        </pc:sldMkLst>
      </pc:sldChg>
      <pc:sldChg chg="addSp delSp modSp del mod">
        <pc:chgData name="Yoshiharu Hamaguchi" userId="470e288704938fe9" providerId="LiveId" clId="{2DA42A88-41D6-4A1A-8697-2120E1337F92}" dt="2025-09-15T14:26:59.864" v="238" actId="47"/>
        <pc:sldMkLst>
          <pc:docMk/>
          <pc:sldMk cId="2142688305" sldId="269"/>
        </pc:sldMkLst>
      </pc:sldChg>
      <pc:sldChg chg="modSp mod">
        <pc:chgData name="Yoshiharu Hamaguchi" userId="470e288704938fe9" providerId="LiveId" clId="{2DA42A88-41D6-4A1A-8697-2120E1337F92}" dt="2025-09-22T13:45:47.545" v="6637" actId="20577"/>
        <pc:sldMkLst>
          <pc:docMk/>
          <pc:sldMk cId="1473502982" sldId="271"/>
        </pc:sldMkLst>
        <pc:spChg chg="mod">
          <ac:chgData name="Yoshiharu Hamaguchi" userId="470e288704938fe9" providerId="LiveId" clId="{2DA42A88-41D6-4A1A-8697-2120E1337F92}" dt="2025-09-22T13:45:47.545" v="6637" actId="20577"/>
          <ac:spMkLst>
            <pc:docMk/>
            <pc:sldMk cId="1473502982" sldId="271"/>
            <ac:spMk id="12" creationId="{E944DFBB-A102-FEAA-D487-BCBEE3A4BD63}"/>
          </ac:spMkLst>
        </pc:spChg>
      </pc:sldChg>
      <pc:sldChg chg="modSp mod ord">
        <pc:chgData name="Yoshiharu Hamaguchi" userId="470e288704938fe9" providerId="LiveId" clId="{2DA42A88-41D6-4A1A-8697-2120E1337F92}" dt="2025-09-15T15:02:07.610" v="2504"/>
        <pc:sldMkLst>
          <pc:docMk/>
          <pc:sldMk cId="3129097109" sldId="272"/>
        </pc:sldMkLst>
        <pc:spChg chg="mod">
          <ac:chgData name="Yoshiharu Hamaguchi" userId="470e288704938fe9" providerId="LiveId" clId="{2DA42A88-41D6-4A1A-8697-2120E1337F92}" dt="2025-09-15T15:00:23.053" v="2290" actId="20577"/>
          <ac:spMkLst>
            <pc:docMk/>
            <pc:sldMk cId="3129097109" sldId="272"/>
            <ac:spMk id="2" creationId="{9C784ACA-9376-15C6-DD93-68B5D582FADA}"/>
          </ac:spMkLst>
        </pc:spChg>
        <pc:spChg chg="mod">
          <ac:chgData name="Yoshiharu Hamaguchi" userId="470e288704938fe9" providerId="LiveId" clId="{2DA42A88-41D6-4A1A-8697-2120E1337F92}" dt="2025-09-15T15:00:30.675" v="2298" actId="20577"/>
          <ac:spMkLst>
            <pc:docMk/>
            <pc:sldMk cId="3129097109" sldId="272"/>
            <ac:spMk id="12" creationId="{E944DFBB-A102-FEAA-D487-BCBEE3A4BD63}"/>
          </ac:spMkLst>
        </pc:spChg>
        <pc:picChg chg="mod">
          <ac:chgData name="Yoshiharu Hamaguchi" userId="470e288704938fe9" providerId="LiveId" clId="{2DA42A88-41D6-4A1A-8697-2120E1337F92}" dt="2025-09-15T14:52:21.495" v="1732" actId="1076"/>
          <ac:picMkLst>
            <pc:docMk/>
            <pc:sldMk cId="3129097109" sldId="272"/>
            <ac:picMk id="4" creationId="{0AB3AA65-1C33-C627-0C02-C48972C6F5CD}"/>
          </ac:picMkLst>
        </pc:picChg>
      </pc:sldChg>
      <pc:sldChg chg="modSp mod">
        <pc:chgData name="Yoshiharu Hamaguchi" userId="470e288704938fe9" providerId="LiveId" clId="{2DA42A88-41D6-4A1A-8697-2120E1337F92}" dt="2025-09-22T15:31:51.179" v="7739" actId="20577"/>
        <pc:sldMkLst>
          <pc:docMk/>
          <pc:sldMk cId="3565779213" sldId="273"/>
        </pc:sldMkLst>
        <pc:graphicFrameChg chg="mod modGraphic">
          <ac:chgData name="Yoshiharu Hamaguchi" userId="470e288704938fe9" providerId="LiveId" clId="{2DA42A88-41D6-4A1A-8697-2120E1337F92}" dt="2025-09-22T15:31:51.179" v="7739" actId="20577"/>
          <ac:graphicFrameMkLst>
            <pc:docMk/>
            <pc:sldMk cId="3565779213" sldId="273"/>
            <ac:graphicFrameMk id="3" creationId="{BB32AE2C-65C1-A108-C432-F1FF4EBEB96B}"/>
          </ac:graphicFrameMkLst>
        </pc:graphicFrameChg>
      </pc:sldChg>
      <pc:sldChg chg="ord">
        <pc:chgData name="Yoshiharu Hamaguchi" userId="470e288704938fe9" providerId="LiveId" clId="{2DA42A88-41D6-4A1A-8697-2120E1337F92}" dt="2025-09-15T15:08:35.310" v="2508"/>
        <pc:sldMkLst>
          <pc:docMk/>
          <pc:sldMk cId="2114986016" sldId="274"/>
        </pc:sldMkLst>
      </pc:sldChg>
      <pc:sldChg chg="addSp delSp modSp mod ord">
        <pc:chgData name="Yoshiharu Hamaguchi" userId="470e288704938fe9" providerId="LiveId" clId="{2DA42A88-41D6-4A1A-8697-2120E1337F92}" dt="2025-09-22T15:47:22.408" v="8670" actId="20577"/>
        <pc:sldMkLst>
          <pc:docMk/>
          <pc:sldMk cId="914960372" sldId="275"/>
        </pc:sldMkLst>
        <pc:spChg chg="mod">
          <ac:chgData name="Yoshiharu Hamaguchi" userId="470e288704938fe9" providerId="LiveId" clId="{2DA42A88-41D6-4A1A-8697-2120E1337F92}" dt="2025-09-22T15:47:22.408" v="8670" actId="20577"/>
          <ac:spMkLst>
            <pc:docMk/>
            <pc:sldMk cId="914960372" sldId="275"/>
            <ac:spMk id="2" creationId="{9C784ACA-9376-15C6-DD93-68B5D582FADA}"/>
          </ac:spMkLst>
        </pc:spChg>
        <pc:spChg chg="add mod">
          <ac:chgData name="Yoshiharu Hamaguchi" userId="470e288704938fe9" providerId="LiveId" clId="{2DA42A88-41D6-4A1A-8697-2120E1337F92}" dt="2025-09-15T16:17:19.669" v="4891" actId="14100"/>
          <ac:spMkLst>
            <pc:docMk/>
            <pc:sldMk cId="914960372" sldId="275"/>
            <ac:spMk id="4" creationId="{2AF630B1-33DA-9E7A-3316-C8FB8B865CFB}"/>
          </ac:spMkLst>
        </pc:spChg>
        <pc:spChg chg="add mod">
          <ac:chgData name="Yoshiharu Hamaguchi" userId="470e288704938fe9" providerId="LiveId" clId="{2DA42A88-41D6-4A1A-8697-2120E1337F92}" dt="2025-09-15T16:15:22.479" v="4631" actId="1076"/>
          <ac:spMkLst>
            <pc:docMk/>
            <pc:sldMk cId="914960372" sldId="275"/>
            <ac:spMk id="5" creationId="{1B173D04-7B43-7511-F9D4-DF6CDD6F385A}"/>
          </ac:spMkLst>
        </pc:spChg>
        <pc:spChg chg="mod">
          <ac:chgData name="Yoshiharu Hamaguchi" userId="470e288704938fe9" providerId="LiveId" clId="{2DA42A88-41D6-4A1A-8697-2120E1337F92}" dt="2025-09-15T16:17:16.559" v="4890" actId="14100"/>
          <ac:spMkLst>
            <pc:docMk/>
            <pc:sldMk cId="914960372" sldId="275"/>
            <ac:spMk id="6" creationId="{7967DB61-7E9B-758C-DE7C-C4160DE0F43E}"/>
          </ac:spMkLst>
        </pc:spChg>
        <pc:spChg chg="add mod">
          <ac:chgData name="Yoshiharu Hamaguchi" userId="470e288704938fe9" providerId="LiveId" clId="{2DA42A88-41D6-4A1A-8697-2120E1337F92}" dt="2025-09-15T16:15:22.479" v="4631" actId="1076"/>
          <ac:spMkLst>
            <pc:docMk/>
            <pc:sldMk cId="914960372" sldId="275"/>
            <ac:spMk id="7" creationId="{76479CD6-F090-5A52-A58E-B1A5238E7509}"/>
          </ac:spMkLst>
        </pc:spChg>
        <pc:spChg chg="add mod">
          <ac:chgData name="Yoshiharu Hamaguchi" userId="470e288704938fe9" providerId="LiveId" clId="{2DA42A88-41D6-4A1A-8697-2120E1337F92}" dt="2025-09-15T16:17:10.802" v="4889" actId="1035"/>
          <ac:spMkLst>
            <pc:docMk/>
            <pc:sldMk cId="914960372" sldId="275"/>
            <ac:spMk id="8" creationId="{24CFC097-E41A-C5ED-B057-EAC3134873EB}"/>
          </ac:spMkLst>
        </pc:spChg>
        <pc:spChg chg="mod">
          <ac:chgData name="Yoshiharu Hamaguchi" userId="470e288704938fe9" providerId="LiveId" clId="{2DA42A88-41D6-4A1A-8697-2120E1337F92}" dt="2025-09-15T16:17:10.802" v="4889" actId="1035"/>
          <ac:spMkLst>
            <pc:docMk/>
            <pc:sldMk cId="914960372" sldId="275"/>
            <ac:spMk id="9" creationId="{FD4A562C-3D1F-3491-5D19-AA59888B0112}"/>
          </ac:spMkLst>
        </pc:spChg>
        <pc:spChg chg="mod">
          <ac:chgData name="Yoshiharu Hamaguchi" userId="470e288704938fe9" providerId="LiveId" clId="{2DA42A88-41D6-4A1A-8697-2120E1337F92}" dt="2025-09-22T15:46:36.188" v="8621" actId="21"/>
          <ac:spMkLst>
            <pc:docMk/>
            <pc:sldMk cId="914960372" sldId="275"/>
            <ac:spMk id="12" creationId="{E944DFBB-A102-FEAA-D487-BCBEE3A4BD63}"/>
          </ac:spMkLst>
        </pc:spChg>
        <pc:spChg chg="add mod">
          <ac:chgData name="Yoshiharu Hamaguchi" userId="470e288704938fe9" providerId="LiveId" clId="{2DA42A88-41D6-4A1A-8697-2120E1337F92}" dt="2025-09-15T16:15:22.479" v="4631" actId="1076"/>
          <ac:spMkLst>
            <pc:docMk/>
            <pc:sldMk cId="914960372" sldId="275"/>
            <ac:spMk id="13" creationId="{A5B4C14A-B501-CEFA-4B6C-794DA30D8DAA}"/>
          </ac:spMkLst>
        </pc:spChg>
        <pc:spChg chg="add mod">
          <ac:chgData name="Yoshiharu Hamaguchi" userId="470e288704938fe9" providerId="LiveId" clId="{2DA42A88-41D6-4A1A-8697-2120E1337F92}" dt="2025-09-15T16:17:10.802" v="4889" actId="1035"/>
          <ac:spMkLst>
            <pc:docMk/>
            <pc:sldMk cId="914960372" sldId="275"/>
            <ac:spMk id="16" creationId="{A2488401-C700-B4EC-6EEE-6B804110CCF7}"/>
          </ac:spMkLst>
        </pc:spChg>
        <pc:spChg chg="add mod">
          <ac:chgData name="Yoshiharu Hamaguchi" userId="470e288704938fe9" providerId="LiveId" clId="{2DA42A88-41D6-4A1A-8697-2120E1337F92}" dt="2025-09-15T16:17:10.802" v="4889" actId="1035"/>
          <ac:spMkLst>
            <pc:docMk/>
            <pc:sldMk cId="914960372" sldId="275"/>
            <ac:spMk id="18" creationId="{F867B5CB-7F27-DE52-B3AC-230C60D6C63C}"/>
          </ac:spMkLst>
        </pc:spChg>
        <pc:spChg chg="mod">
          <ac:chgData name="Yoshiharu Hamaguchi" userId="470e288704938fe9" providerId="LiveId" clId="{2DA42A88-41D6-4A1A-8697-2120E1337F92}" dt="2025-09-15T16:17:10.802" v="4889" actId="1035"/>
          <ac:spMkLst>
            <pc:docMk/>
            <pc:sldMk cId="914960372" sldId="275"/>
            <ac:spMk id="20" creationId="{6D1FDD5D-331F-E92C-7DF4-9E47E7998E05}"/>
          </ac:spMkLst>
        </pc:spChg>
        <pc:spChg chg="mod">
          <ac:chgData name="Yoshiharu Hamaguchi" userId="470e288704938fe9" providerId="LiveId" clId="{2DA42A88-41D6-4A1A-8697-2120E1337F92}" dt="2025-09-15T16:17:10.802" v="4889" actId="1035"/>
          <ac:spMkLst>
            <pc:docMk/>
            <pc:sldMk cId="914960372" sldId="275"/>
            <ac:spMk id="22" creationId="{FA09F6E0-5083-4EE0-2F00-DF0C2ABEEA86}"/>
          </ac:spMkLst>
        </pc:spChg>
        <pc:spChg chg="add mod">
          <ac:chgData name="Yoshiharu Hamaguchi" userId="470e288704938fe9" providerId="LiveId" clId="{2DA42A88-41D6-4A1A-8697-2120E1337F92}" dt="2025-09-15T16:17:10.802" v="4889" actId="1035"/>
          <ac:spMkLst>
            <pc:docMk/>
            <pc:sldMk cId="914960372" sldId="275"/>
            <ac:spMk id="23" creationId="{48630DFA-7494-14A6-D47A-6C215FE177A3}"/>
          </ac:spMkLst>
        </pc:spChg>
        <pc:spChg chg="add mod">
          <ac:chgData name="Yoshiharu Hamaguchi" userId="470e288704938fe9" providerId="LiveId" clId="{2DA42A88-41D6-4A1A-8697-2120E1337F92}" dt="2025-09-15T16:15:22.479" v="4631" actId="1076"/>
          <ac:spMkLst>
            <pc:docMk/>
            <pc:sldMk cId="914960372" sldId="275"/>
            <ac:spMk id="24" creationId="{64170FC8-8434-86EA-5F76-2E868883087A}"/>
          </ac:spMkLst>
        </pc:spChg>
        <pc:cxnChg chg="mod">
          <ac:chgData name="Yoshiharu Hamaguchi" userId="470e288704938fe9" providerId="LiveId" clId="{2DA42A88-41D6-4A1A-8697-2120E1337F92}" dt="2025-09-15T16:17:10.802" v="4889" actId="1035"/>
          <ac:cxnSpMkLst>
            <pc:docMk/>
            <pc:sldMk cId="914960372" sldId="275"/>
            <ac:cxnSpMk id="11" creationId="{02A9C042-8C6A-A643-1940-CD2565F4990E}"/>
          </ac:cxnSpMkLst>
        </pc:cxnChg>
        <pc:cxnChg chg="mod">
          <ac:chgData name="Yoshiharu Hamaguchi" userId="470e288704938fe9" providerId="LiveId" clId="{2DA42A88-41D6-4A1A-8697-2120E1337F92}" dt="2025-09-15T16:17:10.802" v="4889" actId="1035"/>
          <ac:cxnSpMkLst>
            <pc:docMk/>
            <pc:sldMk cId="914960372" sldId="275"/>
            <ac:cxnSpMk id="15" creationId="{D797A4DD-E7AE-FFBC-9BA1-93836F7E5B44}"/>
          </ac:cxnSpMkLst>
        </pc:cxnChg>
        <pc:cxnChg chg="mod">
          <ac:chgData name="Yoshiharu Hamaguchi" userId="470e288704938fe9" providerId="LiveId" clId="{2DA42A88-41D6-4A1A-8697-2120E1337F92}" dt="2025-09-15T16:17:10.802" v="4889" actId="1035"/>
          <ac:cxnSpMkLst>
            <pc:docMk/>
            <pc:sldMk cId="914960372" sldId="275"/>
            <ac:cxnSpMk id="17" creationId="{6F0BC268-DA63-8962-38DB-BAB5572B3D6D}"/>
          </ac:cxnSpMkLst>
        </pc:cxnChg>
      </pc:sldChg>
      <pc:sldChg chg="addSp delSp modSp mod">
        <pc:chgData name="Yoshiharu Hamaguchi" userId="470e288704938fe9" providerId="LiveId" clId="{2DA42A88-41D6-4A1A-8697-2120E1337F92}" dt="2025-09-22T21:56:36.376" v="8977" actId="14100"/>
        <pc:sldMkLst>
          <pc:docMk/>
          <pc:sldMk cId="11239393" sldId="276"/>
        </pc:sldMkLst>
        <pc:spChg chg="add mod">
          <ac:chgData name="Yoshiharu Hamaguchi" userId="470e288704938fe9" providerId="LiveId" clId="{2DA42A88-41D6-4A1A-8697-2120E1337F92}" dt="2025-09-15T16:10:22.102" v="4375" actId="20577"/>
          <ac:spMkLst>
            <pc:docMk/>
            <pc:sldMk cId="11239393" sldId="276"/>
            <ac:spMk id="3" creationId="{4A43B295-BFDF-6A86-8012-CE2F4BCABC1F}"/>
          </ac:spMkLst>
        </pc:spChg>
        <pc:spChg chg="add mod">
          <ac:chgData name="Yoshiharu Hamaguchi" userId="470e288704938fe9" providerId="LiveId" clId="{2DA42A88-41D6-4A1A-8697-2120E1337F92}" dt="2025-09-15T16:12:43.078" v="4549" actId="1076"/>
          <ac:spMkLst>
            <pc:docMk/>
            <pc:sldMk cId="11239393" sldId="276"/>
            <ac:spMk id="4" creationId="{C46207AB-6413-75DF-CD34-A7E0EA51D633}"/>
          </ac:spMkLst>
        </pc:spChg>
        <pc:spChg chg="add mod">
          <ac:chgData name="Yoshiharu Hamaguchi" userId="470e288704938fe9" providerId="LiveId" clId="{2DA42A88-41D6-4A1A-8697-2120E1337F92}" dt="2025-09-22T21:53:49.618" v="8844" actId="20577"/>
          <ac:spMkLst>
            <pc:docMk/>
            <pc:sldMk cId="11239393" sldId="276"/>
            <ac:spMk id="5" creationId="{3247D396-9452-EBC0-D96D-D523C7DCE2DD}"/>
          </ac:spMkLst>
        </pc:spChg>
        <pc:spChg chg="add mod">
          <ac:chgData name="Yoshiharu Hamaguchi" userId="470e288704938fe9" providerId="LiveId" clId="{2DA42A88-41D6-4A1A-8697-2120E1337F92}" dt="2025-09-15T16:03:30.063" v="4163" actId="1076"/>
          <ac:spMkLst>
            <pc:docMk/>
            <pc:sldMk cId="11239393" sldId="276"/>
            <ac:spMk id="6" creationId="{EA3BCFB1-17E8-76BF-B825-A4C171187E49}"/>
          </ac:spMkLst>
        </pc:spChg>
        <pc:spChg chg="add mod">
          <ac:chgData name="Yoshiharu Hamaguchi" userId="470e288704938fe9" providerId="LiveId" clId="{2DA42A88-41D6-4A1A-8697-2120E1337F92}" dt="2025-09-15T16:09:36.666" v="4343" actId="1076"/>
          <ac:spMkLst>
            <pc:docMk/>
            <pc:sldMk cId="11239393" sldId="276"/>
            <ac:spMk id="7" creationId="{B85379B5-07D0-E471-89E4-776F23DCCDB9}"/>
          </ac:spMkLst>
        </pc:spChg>
        <pc:spChg chg="add mod">
          <ac:chgData name="Yoshiharu Hamaguchi" userId="470e288704938fe9" providerId="LiveId" clId="{2DA42A88-41D6-4A1A-8697-2120E1337F92}" dt="2025-09-15T16:09:36.666" v="4343" actId="1076"/>
          <ac:spMkLst>
            <pc:docMk/>
            <pc:sldMk cId="11239393" sldId="276"/>
            <ac:spMk id="8" creationId="{A477D7E9-F5DF-641A-CAF9-FF478756989B}"/>
          </ac:spMkLst>
        </pc:spChg>
        <pc:spChg chg="add mod">
          <ac:chgData name="Yoshiharu Hamaguchi" userId="470e288704938fe9" providerId="LiveId" clId="{2DA42A88-41D6-4A1A-8697-2120E1337F92}" dt="2025-09-15T16:11:50.857" v="4484"/>
          <ac:spMkLst>
            <pc:docMk/>
            <pc:sldMk cId="11239393" sldId="276"/>
            <ac:spMk id="11" creationId="{A202F8A5-16A8-2822-BEA1-311886B17C90}"/>
          </ac:spMkLst>
        </pc:spChg>
        <pc:spChg chg="mod">
          <ac:chgData name="Yoshiharu Hamaguchi" userId="470e288704938fe9" providerId="LiveId" clId="{2DA42A88-41D6-4A1A-8697-2120E1337F92}" dt="2025-09-15T16:03:24.541" v="4162" actId="20577"/>
          <ac:spMkLst>
            <pc:docMk/>
            <pc:sldMk cId="11239393" sldId="276"/>
            <ac:spMk id="12" creationId="{E944DFBB-A102-FEAA-D487-BCBEE3A4BD63}"/>
          </ac:spMkLst>
        </pc:spChg>
        <pc:spChg chg="add mod">
          <ac:chgData name="Yoshiharu Hamaguchi" userId="470e288704938fe9" providerId="LiveId" clId="{2DA42A88-41D6-4A1A-8697-2120E1337F92}" dt="2025-09-15T16:11:55.217" v="4487" actId="20577"/>
          <ac:spMkLst>
            <pc:docMk/>
            <pc:sldMk cId="11239393" sldId="276"/>
            <ac:spMk id="13" creationId="{2DE10A8D-0405-B555-94DC-F145E880FE8B}"/>
          </ac:spMkLst>
        </pc:spChg>
        <pc:spChg chg="mod">
          <ac:chgData name="Yoshiharu Hamaguchi" userId="470e288704938fe9" providerId="LiveId" clId="{2DA42A88-41D6-4A1A-8697-2120E1337F92}" dt="2025-09-15T16:11:58.546" v="4490" actId="20577"/>
          <ac:spMkLst>
            <pc:docMk/>
            <pc:sldMk cId="11239393" sldId="276"/>
            <ac:spMk id="15" creationId="{84634C23-3B72-AC23-B9E6-0F4ED908F334}"/>
          </ac:spMkLst>
        </pc:spChg>
        <pc:spChg chg="add mod">
          <ac:chgData name="Yoshiharu Hamaguchi" userId="470e288704938fe9" providerId="LiveId" clId="{2DA42A88-41D6-4A1A-8697-2120E1337F92}" dt="2025-09-22T15:18:51.606" v="7141" actId="20577"/>
          <ac:spMkLst>
            <pc:docMk/>
            <pc:sldMk cId="11239393" sldId="276"/>
            <ac:spMk id="18" creationId="{7E439FB4-A484-B4E7-448F-4AABBC4344B2}"/>
          </ac:spMkLst>
        </pc:spChg>
        <pc:spChg chg="add mod">
          <ac:chgData name="Yoshiharu Hamaguchi" userId="470e288704938fe9" providerId="LiveId" clId="{2DA42A88-41D6-4A1A-8697-2120E1337F92}" dt="2025-09-22T15:20:14.128" v="7238" actId="1076"/>
          <ac:spMkLst>
            <pc:docMk/>
            <pc:sldMk cId="11239393" sldId="276"/>
            <ac:spMk id="19" creationId="{BDEADA87-818D-1C58-CBCE-F5F86C682CB1}"/>
          </ac:spMkLst>
        </pc:spChg>
        <pc:spChg chg="mod">
          <ac:chgData name="Yoshiharu Hamaguchi" userId="470e288704938fe9" providerId="LiveId" clId="{2DA42A88-41D6-4A1A-8697-2120E1337F92}" dt="2025-09-22T15:19:24.222" v="7180" actId="1076"/>
          <ac:spMkLst>
            <pc:docMk/>
            <pc:sldMk cId="11239393" sldId="276"/>
            <ac:spMk id="23" creationId="{D8EFCB36-C284-FC66-C536-FB293E5C9E37}"/>
          </ac:spMkLst>
        </pc:spChg>
        <pc:spChg chg="add mod">
          <ac:chgData name="Yoshiharu Hamaguchi" userId="470e288704938fe9" providerId="LiveId" clId="{2DA42A88-41D6-4A1A-8697-2120E1337F92}" dt="2025-09-15T16:07:03.348" v="4280" actId="14100"/>
          <ac:spMkLst>
            <pc:docMk/>
            <pc:sldMk cId="11239393" sldId="276"/>
            <ac:spMk id="35" creationId="{AEC5983F-E7A6-022F-1397-877CD339DF0F}"/>
          </ac:spMkLst>
        </pc:spChg>
        <pc:spChg chg="add mod">
          <ac:chgData name="Yoshiharu Hamaguchi" userId="470e288704938fe9" providerId="LiveId" clId="{2DA42A88-41D6-4A1A-8697-2120E1337F92}" dt="2025-09-15T16:07:32.263" v="4333" actId="1076"/>
          <ac:spMkLst>
            <pc:docMk/>
            <pc:sldMk cId="11239393" sldId="276"/>
            <ac:spMk id="41" creationId="{C5A97089-8DA6-AC8B-F122-9FC23EA8BB5C}"/>
          </ac:spMkLst>
        </pc:spChg>
        <pc:picChg chg="add mod">
          <ac:chgData name="Yoshiharu Hamaguchi" userId="470e288704938fe9" providerId="LiveId" clId="{2DA42A88-41D6-4A1A-8697-2120E1337F92}" dt="2025-09-22T15:18:34.086" v="7115" actId="1076"/>
          <ac:picMkLst>
            <pc:docMk/>
            <pc:sldMk cId="11239393" sldId="276"/>
            <ac:picMk id="17" creationId="{35CDE148-D402-C747-E415-1CD1D642FD24}"/>
          </ac:picMkLst>
        </pc:picChg>
        <pc:picChg chg="add mod">
          <ac:chgData name="Yoshiharu Hamaguchi" userId="470e288704938fe9" providerId="LiveId" clId="{2DA42A88-41D6-4A1A-8697-2120E1337F92}" dt="2025-09-15T16:09:55.484" v="4346" actId="208"/>
          <ac:picMkLst>
            <pc:docMk/>
            <pc:sldMk cId="11239393" sldId="276"/>
            <ac:picMk id="27" creationId="{3E96FE31-EFD1-E6A5-A276-E38E92592E7B}"/>
          </ac:picMkLst>
        </pc:picChg>
        <pc:picChg chg="add mod">
          <ac:chgData name="Yoshiharu Hamaguchi" userId="470e288704938fe9" providerId="LiveId" clId="{2DA42A88-41D6-4A1A-8697-2120E1337F92}" dt="2025-09-15T16:09:36.666" v="4343" actId="1076"/>
          <ac:picMkLst>
            <pc:docMk/>
            <pc:sldMk cId="11239393" sldId="276"/>
            <ac:picMk id="37" creationId="{D664BCC9-3D78-3A9B-33FF-006C2D0591C2}"/>
          </ac:picMkLst>
        </pc:picChg>
        <pc:picChg chg="add mod">
          <ac:chgData name="Yoshiharu Hamaguchi" userId="470e288704938fe9" providerId="LiveId" clId="{2DA42A88-41D6-4A1A-8697-2120E1337F92}" dt="2025-09-22T15:18:15.115" v="7110" actId="1076"/>
          <ac:picMkLst>
            <pc:docMk/>
            <pc:sldMk cId="11239393" sldId="276"/>
            <ac:picMk id="39" creationId="{795B57D1-08C6-067C-00B4-8EDE3C26225B}"/>
          </ac:picMkLst>
        </pc:picChg>
        <pc:picChg chg="add mod">
          <ac:chgData name="Yoshiharu Hamaguchi" userId="470e288704938fe9" providerId="LiveId" clId="{2DA42A88-41D6-4A1A-8697-2120E1337F92}" dt="2025-09-22T15:19:40.559" v="7182" actId="1076"/>
          <ac:picMkLst>
            <pc:docMk/>
            <pc:sldMk cId="11239393" sldId="276"/>
            <ac:picMk id="43" creationId="{36C3FE02-A7D2-C882-DF10-2D0071F35D42}"/>
          </ac:picMkLst>
        </pc:picChg>
        <pc:cxnChg chg="mod">
          <ac:chgData name="Yoshiharu Hamaguchi" userId="470e288704938fe9" providerId="LiveId" clId="{2DA42A88-41D6-4A1A-8697-2120E1337F92}" dt="2025-09-15T16:03:40.454" v="4166" actId="14100"/>
          <ac:cxnSpMkLst>
            <pc:docMk/>
            <pc:sldMk cId="11239393" sldId="276"/>
            <ac:cxnSpMk id="9" creationId="{B2C8458C-542F-A46D-285C-7A87CA61CE7E}"/>
          </ac:cxnSpMkLst>
        </pc:cxnChg>
        <pc:cxnChg chg="mod">
          <ac:chgData name="Yoshiharu Hamaguchi" userId="470e288704938fe9" providerId="LiveId" clId="{2DA42A88-41D6-4A1A-8697-2120E1337F92}" dt="2025-09-15T16:09:36.666" v="4343" actId="1076"/>
          <ac:cxnSpMkLst>
            <pc:docMk/>
            <pc:sldMk cId="11239393" sldId="276"/>
            <ac:cxnSpMk id="10" creationId="{AEBFD1E8-D418-3B51-507C-6B4538E6033D}"/>
          </ac:cxnSpMkLst>
        </pc:cxnChg>
        <pc:cxnChg chg="mod">
          <ac:chgData name="Yoshiharu Hamaguchi" userId="470e288704938fe9" providerId="LiveId" clId="{2DA42A88-41D6-4A1A-8697-2120E1337F92}" dt="2025-09-15T16:09:36.666" v="4343" actId="1076"/>
          <ac:cxnSpMkLst>
            <pc:docMk/>
            <pc:sldMk cId="11239393" sldId="276"/>
            <ac:cxnSpMk id="14" creationId="{5218F3D2-7381-D685-D677-9E8118260AEF}"/>
          </ac:cxnSpMkLst>
        </pc:cxnChg>
        <pc:cxnChg chg="add del">
          <ac:chgData name="Yoshiharu Hamaguchi" userId="470e288704938fe9" providerId="LiveId" clId="{2DA42A88-41D6-4A1A-8697-2120E1337F92}" dt="2025-09-22T21:56:05.243" v="8970" actId="478"/>
          <ac:cxnSpMkLst>
            <pc:docMk/>
            <pc:sldMk cId="11239393" sldId="276"/>
            <ac:cxnSpMk id="20" creationId="{4D400084-69CE-E9BB-F169-048F5320F97D}"/>
          </ac:cxnSpMkLst>
        </pc:cxnChg>
        <pc:cxnChg chg="add mod">
          <ac:chgData name="Yoshiharu Hamaguchi" userId="470e288704938fe9" providerId="LiveId" clId="{2DA42A88-41D6-4A1A-8697-2120E1337F92}" dt="2025-09-22T21:56:20.595" v="8974" actId="14100"/>
          <ac:cxnSpMkLst>
            <pc:docMk/>
            <pc:sldMk cId="11239393" sldId="276"/>
            <ac:cxnSpMk id="22" creationId="{47782C65-7EC7-F6D2-7D77-81FCA6256230}"/>
          </ac:cxnSpMkLst>
        </pc:cxnChg>
        <pc:cxnChg chg="mod">
          <ac:chgData name="Yoshiharu Hamaguchi" userId="470e288704938fe9" providerId="LiveId" clId="{2DA42A88-41D6-4A1A-8697-2120E1337F92}" dt="2025-09-15T16:03:44.577" v="4168" actId="14100"/>
          <ac:cxnSpMkLst>
            <pc:docMk/>
            <pc:sldMk cId="11239393" sldId="276"/>
            <ac:cxnSpMk id="24" creationId="{4FBB7B7D-AFEC-E59C-E034-11A16E604744}"/>
          </ac:cxnSpMkLst>
        </pc:cxnChg>
        <pc:cxnChg chg="add mod">
          <ac:chgData name="Yoshiharu Hamaguchi" userId="470e288704938fe9" providerId="LiveId" clId="{2DA42A88-41D6-4A1A-8697-2120E1337F92}" dt="2025-09-22T21:56:36.376" v="8977" actId="14100"/>
          <ac:cxnSpMkLst>
            <pc:docMk/>
            <pc:sldMk cId="11239393" sldId="276"/>
            <ac:cxnSpMk id="26" creationId="{35430383-3C78-61B1-D569-530E7D66AA27}"/>
          </ac:cxnSpMkLst>
        </pc:cxnChg>
        <pc:cxnChg chg="add mod ord">
          <ac:chgData name="Yoshiharu Hamaguchi" userId="470e288704938fe9" providerId="LiveId" clId="{2DA42A88-41D6-4A1A-8697-2120E1337F92}" dt="2025-09-22T21:56:28.746" v="8976" actId="14100"/>
          <ac:cxnSpMkLst>
            <pc:docMk/>
            <pc:sldMk cId="11239393" sldId="276"/>
            <ac:cxnSpMk id="33" creationId="{A345B4FB-3004-FF35-9A1B-42A75661D562}"/>
          </ac:cxnSpMkLst>
        </pc:cxnChg>
      </pc:sldChg>
      <pc:sldChg chg="addSp delSp modSp mod">
        <pc:chgData name="Yoshiharu Hamaguchi" userId="470e288704938fe9" providerId="LiveId" clId="{2DA42A88-41D6-4A1A-8697-2120E1337F92}" dt="2025-09-22T14:57:54.389" v="6936" actId="20577"/>
        <pc:sldMkLst>
          <pc:docMk/>
          <pc:sldMk cId="2816348142" sldId="277"/>
        </pc:sldMkLst>
        <pc:spChg chg="mod">
          <ac:chgData name="Yoshiharu Hamaguchi" userId="470e288704938fe9" providerId="LiveId" clId="{2DA42A88-41D6-4A1A-8697-2120E1337F92}" dt="2025-09-22T14:57:54.389" v="6936" actId="20577"/>
          <ac:spMkLst>
            <pc:docMk/>
            <pc:sldMk cId="2816348142" sldId="277"/>
            <ac:spMk id="2" creationId="{9C784ACA-9376-15C6-DD93-68B5D582FADA}"/>
          </ac:spMkLst>
        </pc:spChg>
        <pc:spChg chg="mod">
          <ac:chgData name="Yoshiharu Hamaguchi" userId="470e288704938fe9" providerId="LiveId" clId="{2DA42A88-41D6-4A1A-8697-2120E1337F92}" dt="2025-09-22T14:55:50.784" v="6824"/>
          <ac:spMkLst>
            <pc:docMk/>
            <pc:sldMk cId="2816348142" sldId="277"/>
            <ac:spMk id="12" creationId="{E944DFBB-A102-FEAA-D487-BCBEE3A4BD63}"/>
          </ac:spMkLst>
        </pc:spChg>
        <pc:picChg chg="add del mod">
          <ac:chgData name="Yoshiharu Hamaguchi" userId="470e288704938fe9" providerId="LiveId" clId="{2DA42A88-41D6-4A1A-8697-2120E1337F92}" dt="2025-09-22T14:55:55.786" v="6825" actId="478"/>
          <ac:picMkLst>
            <pc:docMk/>
            <pc:sldMk cId="2816348142" sldId="277"/>
            <ac:picMk id="4" creationId="{420937FD-04B9-5F8D-861E-6DE8010AC21F}"/>
          </ac:picMkLst>
        </pc:picChg>
        <pc:picChg chg="add mod">
          <ac:chgData name="Yoshiharu Hamaguchi" userId="470e288704938fe9" providerId="LiveId" clId="{2DA42A88-41D6-4A1A-8697-2120E1337F92}" dt="2025-09-22T14:57:03.417" v="6838" actId="1076"/>
          <ac:picMkLst>
            <pc:docMk/>
            <pc:sldMk cId="2816348142" sldId="277"/>
            <ac:picMk id="5" creationId="{AA199C3B-085E-9698-9331-0F7F96833D5D}"/>
          </ac:picMkLst>
        </pc:picChg>
        <pc:picChg chg="add del mod">
          <ac:chgData name="Yoshiharu Hamaguchi" userId="470e288704938fe9" providerId="LiveId" clId="{2DA42A88-41D6-4A1A-8697-2120E1337F92}" dt="2025-09-22T14:55:57.587" v="6826" actId="478"/>
          <ac:picMkLst>
            <pc:docMk/>
            <pc:sldMk cId="2816348142" sldId="277"/>
            <ac:picMk id="6" creationId="{80CE3AB0-E6B7-DDB8-C563-FDA2EF324257}"/>
          </ac:picMkLst>
        </pc:picChg>
        <pc:picChg chg="add del mod">
          <ac:chgData name="Yoshiharu Hamaguchi" userId="470e288704938fe9" providerId="LiveId" clId="{2DA42A88-41D6-4A1A-8697-2120E1337F92}" dt="2025-09-22T14:56:00.774" v="6827" actId="478"/>
          <ac:picMkLst>
            <pc:docMk/>
            <pc:sldMk cId="2816348142" sldId="277"/>
            <ac:picMk id="8" creationId="{E829A394-8E8A-4F17-B676-BCA0786AD5D7}"/>
          </ac:picMkLst>
        </pc:picChg>
        <pc:picChg chg="add mod">
          <ac:chgData name="Yoshiharu Hamaguchi" userId="470e288704938fe9" providerId="LiveId" clId="{2DA42A88-41D6-4A1A-8697-2120E1337F92}" dt="2025-09-22T14:57:12.663" v="6839" actId="14100"/>
          <ac:picMkLst>
            <pc:docMk/>
            <pc:sldMk cId="2816348142" sldId="277"/>
            <ac:picMk id="9" creationId="{B61030AB-1EC9-B313-3903-6F6D8CB3514E}"/>
          </ac:picMkLst>
        </pc:picChg>
      </pc:sldChg>
      <pc:sldChg chg="addSp delSp modSp add mod">
        <pc:chgData name="Yoshiharu Hamaguchi" userId="470e288704938fe9" providerId="LiveId" clId="{2DA42A88-41D6-4A1A-8697-2120E1337F92}" dt="2025-09-22T15:29:20.380" v="7559" actId="1076"/>
        <pc:sldMkLst>
          <pc:docMk/>
          <pc:sldMk cId="2286442820" sldId="278"/>
        </pc:sldMkLst>
        <pc:spChg chg="mod">
          <ac:chgData name="Yoshiharu Hamaguchi" userId="470e288704938fe9" providerId="LiveId" clId="{2DA42A88-41D6-4A1A-8697-2120E1337F92}" dt="2025-09-15T15:41:26.944" v="3116" actId="20577"/>
          <ac:spMkLst>
            <pc:docMk/>
            <pc:sldMk cId="2286442820" sldId="278"/>
            <ac:spMk id="2" creationId="{9C784ACA-9376-15C6-DD93-68B5D582FADA}"/>
          </ac:spMkLst>
        </pc:spChg>
        <pc:spChg chg="add mod">
          <ac:chgData name="Yoshiharu Hamaguchi" userId="470e288704938fe9" providerId="LiveId" clId="{2DA42A88-41D6-4A1A-8697-2120E1337F92}" dt="2025-09-22T15:29:20.380" v="7559" actId="1076"/>
          <ac:spMkLst>
            <pc:docMk/>
            <pc:sldMk cId="2286442820" sldId="278"/>
            <ac:spMk id="3" creationId="{04D10078-AA2D-236C-6C31-7EC520AABB24}"/>
          </ac:spMkLst>
        </pc:spChg>
        <pc:spChg chg="add mod">
          <ac:chgData name="Yoshiharu Hamaguchi" userId="470e288704938fe9" providerId="LiveId" clId="{2DA42A88-41D6-4A1A-8697-2120E1337F92}" dt="2025-09-22T15:21:06.023" v="7240" actId="1076"/>
          <ac:spMkLst>
            <pc:docMk/>
            <pc:sldMk cId="2286442820" sldId="278"/>
            <ac:spMk id="4" creationId="{6E5AB168-C4C4-9B06-B98C-A8F86F0734F7}"/>
          </ac:spMkLst>
        </pc:spChg>
        <pc:spChg chg="add mod">
          <ac:chgData name="Yoshiharu Hamaguchi" userId="470e288704938fe9" providerId="LiveId" clId="{2DA42A88-41D6-4A1A-8697-2120E1337F92}" dt="2025-09-15T15:41:46.455" v="3189" actId="1076"/>
          <ac:spMkLst>
            <pc:docMk/>
            <pc:sldMk cId="2286442820" sldId="278"/>
            <ac:spMk id="5" creationId="{D7DD7E11-4EE4-F4FC-E255-6BED595A354E}"/>
          </ac:spMkLst>
        </pc:spChg>
        <pc:spChg chg="add mod">
          <ac:chgData name="Yoshiharu Hamaguchi" userId="470e288704938fe9" providerId="LiveId" clId="{2DA42A88-41D6-4A1A-8697-2120E1337F92}" dt="2025-09-22T15:29:13.176" v="7558" actId="20577"/>
          <ac:spMkLst>
            <pc:docMk/>
            <pc:sldMk cId="2286442820" sldId="278"/>
            <ac:spMk id="6" creationId="{F16C388E-2FC7-E3F1-AD6C-DF43FEED4BBD}"/>
          </ac:spMkLst>
        </pc:spChg>
        <pc:spChg chg="add mod">
          <ac:chgData name="Yoshiharu Hamaguchi" userId="470e288704938fe9" providerId="LiveId" clId="{2DA42A88-41D6-4A1A-8697-2120E1337F92}" dt="2025-09-22T15:21:06.023" v="7240" actId="1076"/>
          <ac:spMkLst>
            <pc:docMk/>
            <pc:sldMk cId="2286442820" sldId="278"/>
            <ac:spMk id="7" creationId="{1F1773D5-222D-D7F2-9DFA-3282E3D3B0E9}"/>
          </ac:spMkLst>
        </pc:spChg>
        <pc:spChg chg="add del mod">
          <ac:chgData name="Yoshiharu Hamaguchi" userId="470e288704938fe9" providerId="LiveId" clId="{2DA42A88-41D6-4A1A-8697-2120E1337F92}" dt="2025-09-22T15:21:06.023" v="7240" actId="1076"/>
          <ac:spMkLst>
            <pc:docMk/>
            <pc:sldMk cId="2286442820" sldId="278"/>
            <ac:spMk id="8" creationId="{53BCD419-3385-7F33-BCBF-1D9E322C7025}"/>
          </ac:spMkLst>
        </pc:spChg>
        <pc:spChg chg="add mod">
          <ac:chgData name="Yoshiharu Hamaguchi" userId="470e288704938fe9" providerId="LiveId" clId="{2DA42A88-41D6-4A1A-8697-2120E1337F92}" dt="2025-09-22T15:22:57.738" v="7451" actId="1076"/>
          <ac:spMkLst>
            <pc:docMk/>
            <pc:sldMk cId="2286442820" sldId="278"/>
            <ac:spMk id="10" creationId="{AFCCB0B4-213C-DDED-9BFC-FFF028FAA44D}"/>
          </ac:spMkLst>
        </pc:spChg>
        <pc:spChg chg="add mod">
          <ac:chgData name="Yoshiharu Hamaguchi" userId="470e288704938fe9" providerId="LiveId" clId="{2DA42A88-41D6-4A1A-8697-2120E1337F92}" dt="2025-09-15T15:41:46.455" v="3189" actId="1076"/>
          <ac:spMkLst>
            <pc:docMk/>
            <pc:sldMk cId="2286442820" sldId="278"/>
            <ac:spMk id="11" creationId="{174DAD0F-0E49-603F-88F1-BDF785F6AC78}"/>
          </ac:spMkLst>
        </pc:spChg>
        <pc:spChg chg="add mod">
          <ac:chgData name="Yoshiharu Hamaguchi" userId="470e288704938fe9" providerId="LiveId" clId="{2DA42A88-41D6-4A1A-8697-2120E1337F92}" dt="2025-09-22T15:21:06.023" v="7240" actId="1076"/>
          <ac:spMkLst>
            <pc:docMk/>
            <pc:sldMk cId="2286442820" sldId="278"/>
            <ac:spMk id="13" creationId="{7836A700-B31A-3B38-F1FF-8CF909AD5FEF}"/>
          </ac:spMkLst>
        </pc:spChg>
        <pc:spChg chg="add mod">
          <ac:chgData name="Yoshiharu Hamaguchi" userId="470e288704938fe9" providerId="LiveId" clId="{2DA42A88-41D6-4A1A-8697-2120E1337F92}" dt="2025-09-22T15:21:06.023" v="7240" actId="1076"/>
          <ac:spMkLst>
            <pc:docMk/>
            <pc:sldMk cId="2286442820" sldId="278"/>
            <ac:spMk id="14" creationId="{ED6591D3-4003-9498-6D6D-57123FBA8AE3}"/>
          </ac:spMkLst>
        </pc:spChg>
        <pc:spChg chg="add mod">
          <ac:chgData name="Yoshiharu Hamaguchi" userId="470e288704938fe9" providerId="LiveId" clId="{2DA42A88-41D6-4A1A-8697-2120E1337F92}" dt="2025-09-22T15:21:06.023" v="7240" actId="1076"/>
          <ac:spMkLst>
            <pc:docMk/>
            <pc:sldMk cId="2286442820" sldId="278"/>
            <ac:spMk id="15" creationId="{589143AE-79DC-8C24-01FE-3F127F922AFD}"/>
          </ac:spMkLst>
        </pc:spChg>
        <pc:spChg chg="add mod">
          <ac:chgData name="Yoshiharu Hamaguchi" userId="470e288704938fe9" providerId="LiveId" clId="{2DA42A88-41D6-4A1A-8697-2120E1337F92}" dt="2025-09-22T15:22:50.462" v="7449" actId="1076"/>
          <ac:spMkLst>
            <pc:docMk/>
            <pc:sldMk cId="2286442820" sldId="278"/>
            <ac:spMk id="16" creationId="{03805EEA-C291-CCC1-CEA4-70EDA4548093}"/>
          </ac:spMkLst>
        </pc:spChg>
        <pc:spChg chg="add mod">
          <ac:chgData name="Yoshiharu Hamaguchi" userId="470e288704938fe9" providerId="LiveId" clId="{2DA42A88-41D6-4A1A-8697-2120E1337F92}" dt="2025-09-22T15:21:06.023" v="7240" actId="1076"/>
          <ac:spMkLst>
            <pc:docMk/>
            <pc:sldMk cId="2286442820" sldId="278"/>
            <ac:spMk id="18" creationId="{A4B853FD-64AC-AE9A-CC17-26C3635E7AB6}"/>
          </ac:spMkLst>
        </pc:spChg>
        <pc:spChg chg="add del mod">
          <ac:chgData name="Yoshiharu Hamaguchi" userId="470e288704938fe9" providerId="LiveId" clId="{2DA42A88-41D6-4A1A-8697-2120E1337F92}" dt="2025-09-22T15:25:02.629" v="7552"/>
          <ac:spMkLst>
            <pc:docMk/>
            <pc:sldMk cId="2286442820" sldId="278"/>
            <ac:spMk id="23" creationId="{9BD43C4C-D6BE-0AC2-F46C-A5388623B59F}"/>
          </ac:spMkLst>
        </pc:spChg>
        <pc:cxnChg chg="add mod">
          <ac:chgData name="Yoshiharu Hamaguchi" userId="470e288704938fe9" providerId="LiveId" clId="{2DA42A88-41D6-4A1A-8697-2120E1337F92}" dt="2025-09-15T15:42:15.971" v="3193" actId="14100"/>
          <ac:cxnSpMkLst>
            <pc:docMk/>
            <pc:sldMk cId="2286442820" sldId="278"/>
            <ac:cxnSpMk id="20" creationId="{B02E2C46-E4E5-66D4-A15A-CD1BB19C23E0}"/>
          </ac:cxnSpMkLst>
        </pc:cxnChg>
      </pc:sldChg>
      <pc:sldChg chg="add del">
        <pc:chgData name="Yoshiharu Hamaguchi" userId="470e288704938fe9" providerId="LiveId" clId="{2DA42A88-41D6-4A1A-8697-2120E1337F92}" dt="2025-09-15T12:15:11.395" v="174" actId="47"/>
        <pc:sldMkLst>
          <pc:docMk/>
          <pc:sldMk cId="3870182310" sldId="278"/>
        </pc:sldMkLst>
      </pc:sldChg>
      <pc:sldChg chg="add del">
        <pc:chgData name="Yoshiharu Hamaguchi" userId="470e288704938fe9" providerId="LiveId" clId="{2DA42A88-41D6-4A1A-8697-2120E1337F92}" dt="2025-09-15T16:25:43.976" v="5753" actId="47"/>
        <pc:sldMkLst>
          <pc:docMk/>
          <pc:sldMk cId="170196423" sldId="279"/>
        </pc:sldMkLst>
      </pc:sldChg>
      <pc:sldChg chg="addSp delSp modSp add mod">
        <pc:chgData name="Yoshiharu Hamaguchi" userId="470e288704938fe9" providerId="LiveId" clId="{2DA42A88-41D6-4A1A-8697-2120E1337F92}" dt="2025-09-22T21:54:51.783" v="8968" actId="20577"/>
        <pc:sldMkLst>
          <pc:docMk/>
          <pc:sldMk cId="1743033552" sldId="280"/>
        </pc:sldMkLst>
        <pc:spChg chg="mod">
          <ac:chgData name="Yoshiharu Hamaguchi" userId="470e288704938fe9" providerId="LiveId" clId="{2DA42A88-41D6-4A1A-8697-2120E1337F92}" dt="2025-09-15T14:56:09.952" v="1981" actId="20577"/>
          <ac:spMkLst>
            <pc:docMk/>
            <pc:sldMk cId="1743033552" sldId="280"/>
            <ac:spMk id="2" creationId="{9C784ACA-9376-15C6-DD93-68B5D582FADA}"/>
          </ac:spMkLst>
        </pc:spChg>
        <pc:spChg chg="add mod">
          <ac:chgData name="Yoshiharu Hamaguchi" userId="470e288704938fe9" providerId="LiveId" clId="{2DA42A88-41D6-4A1A-8697-2120E1337F92}" dt="2025-09-15T14:44:25.658" v="1196" actId="14100"/>
          <ac:spMkLst>
            <pc:docMk/>
            <pc:sldMk cId="1743033552" sldId="280"/>
            <ac:spMk id="3" creationId="{748F11EE-3DBD-F205-38BC-7D158074312E}"/>
          </ac:spMkLst>
        </pc:spChg>
        <pc:spChg chg="add mod">
          <ac:chgData name="Yoshiharu Hamaguchi" userId="470e288704938fe9" providerId="LiveId" clId="{2DA42A88-41D6-4A1A-8697-2120E1337F92}" dt="2025-09-15T14:33:57.468" v="557" actId="13822"/>
          <ac:spMkLst>
            <pc:docMk/>
            <pc:sldMk cId="1743033552" sldId="280"/>
            <ac:spMk id="4" creationId="{FA069114-7AB9-D07E-A625-B21BDD6AF702}"/>
          </ac:spMkLst>
        </pc:spChg>
        <pc:spChg chg="add mod">
          <ac:chgData name="Yoshiharu Hamaguchi" userId="470e288704938fe9" providerId="LiveId" clId="{2DA42A88-41D6-4A1A-8697-2120E1337F92}" dt="2025-09-15T14:44:27.930" v="1197" actId="14100"/>
          <ac:spMkLst>
            <pc:docMk/>
            <pc:sldMk cId="1743033552" sldId="280"/>
            <ac:spMk id="6" creationId="{447902FC-BDCC-7B60-4932-9810FE124093}"/>
          </ac:spMkLst>
        </pc:spChg>
        <pc:spChg chg="add mod">
          <ac:chgData name="Yoshiharu Hamaguchi" userId="470e288704938fe9" providerId="LiveId" clId="{2DA42A88-41D6-4A1A-8697-2120E1337F92}" dt="2025-09-15T14:54:21.079" v="1904" actId="14100"/>
          <ac:spMkLst>
            <pc:docMk/>
            <pc:sldMk cId="1743033552" sldId="280"/>
            <ac:spMk id="7" creationId="{0486A1B1-83AE-6CF1-4881-D891249C6749}"/>
          </ac:spMkLst>
        </pc:spChg>
        <pc:spChg chg="add mod">
          <ac:chgData name="Yoshiharu Hamaguchi" userId="470e288704938fe9" providerId="LiveId" clId="{2DA42A88-41D6-4A1A-8697-2120E1337F92}" dt="2025-09-22T21:53:05.629" v="8836" actId="20577"/>
          <ac:spMkLst>
            <pc:docMk/>
            <pc:sldMk cId="1743033552" sldId="280"/>
            <ac:spMk id="8" creationId="{F0B18779-1321-ADDA-A880-D69EAF844C55}"/>
          </ac:spMkLst>
        </pc:spChg>
        <pc:spChg chg="add mod ord">
          <ac:chgData name="Yoshiharu Hamaguchi" userId="470e288704938fe9" providerId="LiveId" clId="{2DA42A88-41D6-4A1A-8697-2120E1337F92}" dt="2025-09-15T14:54:44.296" v="1922" actId="166"/>
          <ac:spMkLst>
            <pc:docMk/>
            <pc:sldMk cId="1743033552" sldId="280"/>
            <ac:spMk id="9" creationId="{29716BF6-CCF9-0700-731C-FDED63C746DE}"/>
          </ac:spMkLst>
        </pc:spChg>
        <pc:spChg chg="mod">
          <ac:chgData name="Yoshiharu Hamaguchi" userId="470e288704938fe9" providerId="LiveId" clId="{2DA42A88-41D6-4A1A-8697-2120E1337F92}" dt="2025-09-15T14:42:23.180" v="1055" actId="255"/>
          <ac:spMkLst>
            <pc:docMk/>
            <pc:sldMk cId="1743033552" sldId="280"/>
            <ac:spMk id="12" creationId="{E944DFBB-A102-FEAA-D487-BCBEE3A4BD63}"/>
          </ac:spMkLst>
        </pc:spChg>
        <pc:spChg chg="add mod">
          <ac:chgData name="Yoshiharu Hamaguchi" userId="470e288704938fe9" providerId="LiveId" clId="{2DA42A88-41D6-4A1A-8697-2120E1337F92}" dt="2025-09-15T14:50:17.311" v="1443" actId="20577"/>
          <ac:spMkLst>
            <pc:docMk/>
            <pc:sldMk cId="1743033552" sldId="280"/>
            <ac:spMk id="18" creationId="{F7E04997-619B-6A51-78A4-2EC5510DF79C}"/>
          </ac:spMkLst>
        </pc:spChg>
        <pc:spChg chg="add mod">
          <ac:chgData name="Yoshiharu Hamaguchi" userId="470e288704938fe9" providerId="LiveId" clId="{2DA42A88-41D6-4A1A-8697-2120E1337F92}" dt="2025-09-15T14:46:52.232" v="1326" actId="20577"/>
          <ac:spMkLst>
            <pc:docMk/>
            <pc:sldMk cId="1743033552" sldId="280"/>
            <ac:spMk id="19" creationId="{B7214690-7BC1-821D-2369-930DA54CB807}"/>
          </ac:spMkLst>
        </pc:spChg>
        <pc:spChg chg="add mod">
          <ac:chgData name="Yoshiharu Hamaguchi" userId="470e288704938fe9" providerId="LiveId" clId="{2DA42A88-41D6-4A1A-8697-2120E1337F92}" dt="2025-09-15T14:46:26.182" v="1313" actId="20577"/>
          <ac:spMkLst>
            <pc:docMk/>
            <pc:sldMk cId="1743033552" sldId="280"/>
            <ac:spMk id="33" creationId="{BA24FD90-66CC-65A4-D745-B1E8A36573A0}"/>
          </ac:spMkLst>
        </pc:spChg>
        <pc:spChg chg="add mod">
          <ac:chgData name="Yoshiharu Hamaguchi" userId="470e288704938fe9" providerId="LiveId" clId="{2DA42A88-41D6-4A1A-8697-2120E1337F92}" dt="2025-09-15T14:46:55.856" v="1329" actId="20577"/>
          <ac:spMkLst>
            <pc:docMk/>
            <pc:sldMk cId="1743033552" sldId="280"/>
            <ac:spMk id="35" creationId="{DF60498E-5F94-6755-8ED8-31AA3BF1939E}"/>
          </ac:spMkLst>
        </pc:spChg>
        <pc:spChg chg="add mod">
          <ac:chgData name="Yoshiharu Hamaguchi" userId="470e288704938fe9" providerId="LiveId" clId="{2DA42A88-41D6-4A1A-8697-2120E1337F92}" dt="2025-09-15T14:45:21.818" v="1239" actId="20577"/>
          <ac:spMkLst>
            <pc:docMk/>
            <pc:sldMk cId="1743033552" sldId="280"/>
            <ac:spMk id="37" creationId="{33B2D979-B8C3-A82C-8878-F5CC971A42B6}"/>
          </ac:spMkLst>
        </pc:spChg>
        <pc:spChg chg="add mod">
          <ac:chgData name="Yoshiharu Hamaguchi" userId="470e288704938fe9" providerId="LiveId" clId="{2DA42A88-41D6-4A1A-8697-2120E1337F92}" dt="2025-09-22T13:46:51.471" v="6664" actId="20577"/>
          <ac:spMkLst>
            <pc:docMk/>
            <pc:sldMk cId="1743033552" sldId="280"/>
            <ac:spMk id="39" creationId="{0E5B809E-6B14-4100-7B30-E32A9B31F5B0}"/>
          </ac:spMkLst>
        </pc:spChg>
        <pc:spChg chg="add del mod">
          <ac:chgData name="Yoshiharu Hamaguchi" userId="470e288704938fe9" providerId="LiveId" clId="{2DA42A88-41D6-4A1A-8697-2120E1337F92}" dt="2025-09-22T13:46:56.928" v="6665" actId="478"/>
          <ac:spMkLst>
            <pc:docMk/>
            <pc:sldMk cId="1743033552" sldId="280"/>
            <ac:spMk id="41" creationId="{6ADA67CA-A8CB-EFFD-7A7D-73854EC1E3B2}"/>
          </ac:spMkLst>
        </pc:spChg>
        <pc:spChg chg="add mod">
          <ac:chgData name="Yoshiharu Hamaguchi" userId="470e288704938fe9" providerId="LiveId" clId="{2DA42A88-41D6-4A1A-8697-2120E1337F92}" dt="2025-09-15T14:50:12.266" v="1439" actId="1076"/>
          <ac:spMkLst>
            <pc:docMk/>
            <pc:sldMk cId="1743033552" sldId="280"/>
            <ac:spMk id="42" creationId="{F80C9CF1-09BC-1D55-77B8-21AB555E4B19}"/>
          </ac:spMkLst>
        </pc:spChg>
        <pc:spChg chg="add mod">
          <ac:chgData name="Yoshiharu Hamaguchi" userId="470e288704938fe9" providerId="LiveId" clId="{2DA42A88-41D6-4A1A-8697-2120E1337F92}" dt="2025-09-15T14:56:15.224" v="1982" actId="14100"/>
          <ac:spMkLst>
            <pc:docMk/>
            <pc:sldMk cId="1743033552" sldId="280"/>
            <ac:spMk id="45" creationId="{DE34002A-0D6E-0075-4C74-83441B9EDD9B}"/>
          </ac:spMkLst>
        </pc:spChg>
        <pc:spChg chg="add mod">
          <ac:chgData name="Yoshiharu Hamaguchi" userId="470e288704938fe9" providerId="LiveId" clId="{2DA42A88-41D6-4A1A-8697-2120E1337F92}" dt="2025-09-22T21:54:51.783" v="8968" actId="20577"/>
          <ac:spMkLst>
            <pc:docMk/>
            <pc:sldMk cId="1743033552" sldId="280"/>
            <ac:spMk id="46" creationId="{574D624D-D8D8-CD22-74E5-22D471B9492C}"/>
          </ac:spMkLst>
        </pc:spChg>
        <pc:spChg chg="add mod">
          <ac:chgData name="Yoshiharu Hamaguchi" userId="470e288704938fe9" providerId="LiveId" clId="{2DA42A88-41D6-4A1A-8697-2120E1337F92}" dt="2025-09-15T14:53:59.379" v="1901" actId="14100"/>
          <ac:spMkLst>
            <pc:docMk/>
            <pc:sldMk cId="1743033552" sldId="280"/>
            <ac:spMk id="47" creationId="{6DFB4C4F-BBBD-19EF-C39E-420CDBF8485E}"/>
          </ac:spMkLst>
        </pc:spChg>
        <pc:spChg chg="add mod ord">
          <ac:chgData name="Yoshiharu Hamaguchi" userId="470e288704938fe9" providerId="LiveId" clId="{2DA42A88-41D6-4A1A-8697-2120E1337F92}" dt="2025-09-15T14:55:08.095" v="1935" actId="20577"/>
          <ac:spMkLst>
            <pc:docMk/>
            <pc:sldMk cId="1743033552" sldId="280"/>
            <ac:spMk id="48" creationId="{3CDE73F8-1258-4405-22FF-115A6D66CAE9}"/>
          </ac:spMkLst>
        </pc:spChg>
        <pc:spChg chg="add mod">
          <ac:chgData name="Yoshiharu Hamaguchi" userId="470e288704938fe9" providerId="LiveId" clId="{2DA42A88-41D6-4A1A-8697-2120E1337F92}" dt="2025-09-15T14:55:22.193" v="1949" actId="20577"/>
          <ac:spMkLst>
            <pc:docMk/>
            <pc:sldMk cId="1743033552" sldId="280"/>
            <ac:spMk id="49" creationId="{D71043BD-EE0D-37E1-7D5B-733F8F84924A}"/>
          </ac:spMkLst>
        </pc:spChg>
        <pc:spChg chg="add mod">
          <ac:chgData name="Yoshiharu Hamaguchi" userId="470e288704938fe9" providerId="LiveId" clId="{2DA42A88-41D6-4A1A-8697-2120E1337F92}" dt="2025-09-15T15:01:48.655" v="2502" actId="20577"/>
          <ac:spMkLst>
            <pc:docMk/>
            <pc:sldMk cId="1743033552" sldId="280"/>
            <ac:spMk id="50" creationId="{9B0F709F-0B03-DF12-30B4-D1831FAF9F2A}"/>
          </ac:spMkLst>
        </pc:spChg>
        <pc:cxnChg chg="add mod">
          <ac:chgData name="Yoshiharu Hamaguchi" userId="470e288704938fe9" providerId="LiveId" clId="{2DA42A88-41D6-4A1A-8697-2120E1337F92}" dt="2025-09-22T13:46:27.558" v="6639" actId="571"/>
          <ac:cxnSpMkLst>
            <pc:docMk/>
            <pc:sldMk cId="1743033552" sldId="280"/>
            <ac:cxnSpMk id="5" creationId="{140130F5-3E83-E364-C30E-4E08696226B9}"/>
          </ac:cxnSpMkLst>
        </pc:cxnChg>
        <pc:cxnChg chg="add mod">
          <ac:chgData name="Yoshiharu Hamaguchi" userId="470e288704938fe9" providerId="LiveId" clId="{2DA42A88-41D6-4A1A-8697-2120E1337F92}" dt="2025-09-22T13:46:32.236" v="6641" actId="571"/>
          <ac:cxnSpMkLst>
            <pc:docMk/>
            <pc:sldMk cId="1743033552" sldId="280"/>
            <ac:cxnSpMk id="8" creationId="{80F64037-F8F3-88E3-955B-FAA9A1D7CB55}"/>
          </ac:cxnSpMkLst>
        </pc:cxnChg>
        <pc:cxnChg chg="add mod">
          <ac:chgData name="Yoshiharu Hamaguchi" userId="470e288704938fe9" providerId="LiveId" clId="{2DA42A88-41D6-4A1A-8697-2120E1337F92}" dt="2025-09-22T13:47:02.570" v="6666" actId="571"/>
          <ac:cxnSpMkLst>
            <pc:docMk/>
            <pc:sldMk cId="1743033552" sldId="280"/>
            <ac:cxnSpMk id="10" creationId="{C4F1097F-49CF-9671-240B-AFA89D1C014B}"/>
          </ac:cxnSpMkLst>
        </pc:cxnChg>
        <pc:cxnChg chg="add mod">
          <ac:chgData name="Yoshiharu Hamaguchi" userId="470e288704938fe9" providerId="LiveId" clId="{2DA42A88-41D6-4A1A-8697-2120E1337F92}" dt="2025-09-15T14:41:23.740" v="998" actId="13822"/>
          <ac:cxnSpMkLst>
            <pc:docMk/>
            <pc:sldMk cId="1743033552" sldId="280"/>
            <ac:cxnSpMk id="11" creationId="{016D0E51-F447-0B33-C384-30B91DED69A6}"/>
          </ac:cxnSpMkLst>
        </pc:cxnChg>
        <pc:cxnChg chg="add mod">
          <ac:chgData name="Yoshiharu Hamaguchi" userId="470e288704938fe9" providerId="LiveId" clId="{2DA42A88-41D6-4A1A-8697-2120E1337F92}" dt="2025-09-15T14:42:15.494" v="1053" actId="14100"/>
          <ac:cxnSpMkLst>
            <pc:docMk/>
            <pc:sldMk cId="1743033552" sldId="280"/>
            <ac:cxnSpMk id="15" creationId="{DCA9B8FA-5908-0AF9-EE81-26E39A09CFA0}"/>
          </ac:cxnSpMkLst>
        </pc:cxnChg>
        <pc:cxnChg chg="add mod">
          <ac:chgData name="Yoshiharu Hamaguchi" userId="470e288704938fe9" providerId="LiveId" clId="{2DA42A88-41D6-4A1A-8697-2120E1337F92}" dt="2025-09-15T14:45:05.976" v="1222" actId="1036"/>
          <ac:cxnSpMkLst>
            <pc:docMk/>
            <pc:sldMk cId="1743033552" sldId="280"/>
            <ac:cxnSpMk id="23" creationId="{7EA31917-683E-A94D-D555-0349C1F7110C}"/>
          </ac:cxnSpMkLst>
        </pc:cxnChg>
        <pc:cxnChg chg="add mod">
          <ac:chgData name="Yoshiharu Hamaguchi" userId="470e288704938fe9" providerId="LiveId" clId="{2DA42A88-41D6-4A1A-8697-2120E1337F92}" dt="2025-09-15T14:45:12.927" v="1223" actId="571"/>
          <ac:cxnSpMkLst>
            <pc:docMk/>
            <pc:sldMk cId="1743033552" sldId="280"/>
            <ac:cxnSpMk id="34" creationId="{02082191-F02A-C515-F141-7DFF3298A57B}"/>
          </ac:cxnSpMkLst>
        </pc:cxnChg>
        <pc:cxnChg chg="add mod">
          <ac:chgData name="Yoshiharu Hamaguchi" userId="470e288704938fe9" providerId="LiveId" clId="{2DA42A88-41D6-4A1A-8697-2120E1337F92}" dt="2025-09-15T14:45:12.927" v="1223" actId="571"/>
          <ac:cxnSpMkLst>
            <pc:docMk/>
            <pc:sldMk cId="1743033552" sldId="280"/>
            <ac:cxnSpMk id="36" creationId="{3305BB0E-AC89-9ADB-541A-F16A684EF72A}"/>
          </ac:cxnSpMkLst>
        </pc:cxnChg>
        <pc:cxnChg chg="add mod">
          <ac:chgData name="Yoshiharu Hamaguchi" userId="470e288704938fe9" providerId="LiveId" clId="{2DA42A88-41D6-4A1A-8697-2120E1337F92}" dt="2025-09-15T14:45:30.002" v="1240" actId="571"/>
          <ac:cxnSpMkLst>
            <pc:docMk/>
            <pc:sldMk cId="1743033552" sldId="280"/>
            <ac:cxnSpMk id="38" creationId="{113D4928-57DA-E81D-A58C-5EE08AE9669B}"/>
          </ac:cxnSpMkLst>
        </pc:cxnChg>
        <pc:cxnChg chg="add mod">
          <ac:chgData name="Yoshiharu Hamaguchi" userId="470e288704938fe9" providerId="LiveId" clId="{2DA42A88-41D6-4A1A-8697-2120E1337F92}" dt="2025-09-15T14:47:18.846" v="1342" actId="14100"/>
          <ac:cxnSpMkLst>
            <pc:docMk/>
            <pc:sldMk cId="1743033552" sldId="280"/>
            <ac:cxnSpMk id="43" creationId="{4196D7D9-45FB-1633-BCEE-9D370371EF73}"/>
          </ac:cxnSpMkLst>
        </pc:cxnChg>
      </pc:sldChg>
      <pc:sldChg chg="modSp add del mod">
        <pc:chgData name="Yoshiharu Hamaguchi" userId="470e288704938fe9" providerId="LiveId" clId="{2DA42A88-41D6-4A1A-8697-2120E1337F92}" dt="2025-09-22T13:45:54.733" v="6638" actId="47"/>
        <pc:sldMkLst>
          <pc:docMk/>
          <pc:sldMk cId="292180079" sldId="281"/>
        </pc:sldMkLst>
        <pc:spChg chg="mod">
          <ac:chgData name="Yoshiharu Hamaguchi" userId="470e288704938fe9" providerId="LiveId" clId="{2DA42A88-41D6-4A1A-8697-2120E1337F92}" dt="2025-09-22T13:44:58.453" v="6617" actId="20577"/>
          <ac:spMkLst>
            <pc:docMk/>
            <pc:sldMk cId="292180079" sldId="281"/>
            <ac:spMk id="12" creationId="{E944DFBB-A102-FEAA-D487-BCBEE3A4BD63}"/>
          </ac:spMkLst>
        </pc:spChg>
      </pc:sldChg>
      <pc:sldChg chg="modSp add mod">
        <pc:chgData name="Yoshiharu Hamaguchi" userId="470e288704938fe9" providerId="LiveId" clId="{2DA42A88-41D6-4A1A-8697-2120E1337F92}" dt="2025-09-22T14:58:05.023" v="6938" actId="1076"/>
        <pc:sldMkLst>
          <pc:docMk/>
          <pc:sldMk cId="1954150218" sldId="281"/>
        </pc:sldMkLst>
        <pc:spChg chg="mod">
          <ac:chgData name="Yoshiharu Hamaguchi" userId="470e288704938fe9" providerId="LiveId" clId="{2DA42A88-41D6-4A1A-8697-2120E1337F92}" dt="2025-09-22T14:57:48.166" v="6918" actId="20577"/>
          <ac:spMkLst>
            <pc:docMk/>
            <pc:sldMk cId="1954150218" sldId="281"/>
            <ac:spMk id="2" creationId="{9C784ACA-9376-15C6-DD93-68B5D582FADA}"/>
          </ac:spMkLst>
        </pc:spChg>
        <pc:picChg chg="mod">
          <ac:chgData name="Yoshiharu Hamaguchi" userId="470e288704938fe9" providerId="LiveId" clId="{2DA42A88-41D6-4A1A-8697-2120E1337F92}" dt="2025-09-22T14:58:05.023" v="6938" actId="1076"/>
          <ac:picMkLst>
            <pc:docMk/>
            <pc:sldMk cId="1954150218" sldId="281"/>
            <ac:picMk id="8" creationId="{E829A394-8E8A-4F17-B676-BCA0786AD5D7}"/>
          </ac:picMkLst>
        </pc:picChg>
      </pc:sldChg>
      <pc:sldChg chg="addSp delSp modSp new mod">
        <pc:chgData name="Yoshiharu Hamaguchi" userId="470e288704938fe9" providerId="LiveId" clId="{2DA42A88-41D6-4A1A-8697-2120E1337F92}" dt="2025-09-22T15:33:26.975" v="7805" actId="20577"/>
        <pc:sldMkLst>
          <pc:docMk/>
          <pc:sldMk cId="2981599444" sldId="282"/>
        </pc:sldMkLst>
        <pc:spChg chg="del">
          <ac:chgData name="Yoshiharu Hamaguchi" userId="470e288704938fe9" providerId="LiveId" clId="{2DA42A88-41D6-4A1A-8697-2120E1337F92}" dt="2025-09-22T15:05:21.583" v="6949" actId="478"/>
          <ac:spMkLst>
            <pc:docMk/>
            <pc:sldMk cId="2981599444" sldId="282"/>
            <ac:spMk id="2" creationId="{84C2A5ED-9CB1-74A4-5FD8-9F5D074F63D5}"/>
          </ac:spMkLst>
        </pc:spChg>
        <pc:spChg chg="del">
          <ac:chgData name="Yoshiharu Hamaguchi" userId="470e288704938fe9" providerId="LiveId" clId="{2DA42A88-41D6-4A1A-8697-2120E1337F92}" dt="2025-09-22T15:04:42.154" v="6940" actId="22"/>
          <ac:spMkLst>
            <pc:docMk/>
            <pc:sldMk cId="2981599444" sldId="282"/>
            <ac:spMk id="3" creationId="{587B8AAA-5696-2298-F12B-8629ED26AEA1}"/>
          </ac:spMkLst>
        </pc:spChg>
        <pc:spChg chg="add mod">
          <ac:chgData name="Yoshiharu Hamaguchi" userId="470e288704938fe9" providerId="LiveId" clId="{2DA42A88-41D6-4A1A-8697-2120E1337F92}" dt="2025-09-22T15:33:26.975" v="7805" actId="20577"/>
          <ac:spMkLst>
            <pc:docMk/>
            <pc:sldMk cId="2981599444" sldId="282"/>
            <ac:spMk id="6" creationId="{2AEACF45-C9B8-A4D5-5CD6-BD84C08C1E6D}"/>
          </ac:spMkLst>
        </pc:spChg>
        <pc:spChg chg="add mod">
          <ac:chgData name="Yoshiharu Hamaguchi" userId="470e288704938fe9" providerId="LiveId" clId="{2DA42A88-41D6-4A1A-8697-2120E1337F92}" dt="2025-09-22T15:10:55.948" v="7065" actId="478"/>
          <ac:spMkLst>
            <pc:docMk/>
            <pc:sldMk cId="2981599444" sldId="282"/>
            <ac:spMk id="8" creationId="{1F7A38DD-8B4A-F75C-EA23-AF8B78597650}"/>
          </ac:spMkLst>
        </pc:spChg>
        <pc:picChg chg="add del mod ord">
          <ac:chgData name="Yoshiharu Hamaguchi" userId="470e288704938fe9" providerId="LiveId" clId="{2DA42A88-41D6-4A1A-8697-2120E1337F92}" dt="2025-09-22T15:10:55.948" v="7065" actId="478"/>
          <ac:picMkLst>
            <pc:docMk/>
            <pc:sldMk cId="2981599444" sldId="282"/>
            <ac:picMk id="5" creationId="{32E9650C-B819-F3B1-18D0-DC9B9534D99E}"/>
          </ac:picMkLst>
        </pc:picChg>
        <pc:picChg chg="add mod">
          <ac:chgData name="Yoshiharu Hamaguchi" userId="470e288704938fe9" providerId="LiveId" clId="{2DA42A88-41D6-4A1A-8697-2120E1337F92}" dt="2025-09-22T15:11:12.543" v="7073" actId="1076"/>
          <ac:picMkLst>
            <pc:docMk/>
            <pc:sldMk cId="2981599444" sldId="282"/>
            <ac:picMk id="10" creationId="{E21D10BD-5CBE-55B1-C394-B4FDC14F6C70}"/>
          </ac:picMkLst>
        </pc:picChg>
      </pc:sldChg>
      <pc:sldChg chg="addSp delSp modSp add mod">
        <pc:chgData name="Yoshiharu Hamaguchi" userId="470e288704938fe9" providerId="LiveId" clId="{2DA42A88-41D6-4A1A-8697-2120E1337F92}" dt="2025-09-22T15:33:36.386" v="7816" actId="20577"/>
        <pc:sldMkLst>
          <pc:docMk/>
          <pc:sldMk cId="3108515768" sldId="283"/>
        </pc:sldMkLst>
        <pc:spChg chg="mod">
          <ac:chgData name="Yoshiharu Hamaguchi" userId="470e288704938fe9" providerId="LiveId" clId="{2DA42A88-41D6-4A1A-8697-2120E1337F92}" dt="2025-09-22T15:33:36.386" v="7816" actId="20577"/>
          <ac:spMkLst>
            <pc:docMk/>
            <pc:sldMk cId="3108515768" sldId="283"/>
            <ac:spMk id="6" creationId="{2AEACF45-C9B8-A4D5-5CD6-BD84C08C1E6D}"/>
          </ac:spMkLst>
        </pc:spChg>
        <pc:spChg chg="del mod">
          <ac:chgData name="Yoshiharu Hamaguchi" userId="470e288704938fe9" providerId="LiveId" clId="{2DA42A88-41D6-4A1A-8697-2120E1337F92}" dt="2025-09-22T15:14:48.053" v="7097" actId="478"/>
          <ac:spMkLst>
            <pc:docMk/>
            <pc:sldMk cId="3108515768" sldId="283"/>
            <ac:spMk id="8" creationId="{1F7A38DD-8B4A-F75C-EA23-AF8B78597650}"/>
          </ac:spMkLst>
        </pc:spChg>
        <pc:picChg chg="add mod">
          <ac:chgData name="Yoshiharu Hamaguchi" userId="470e288704938fe9" providerId="LiveId" clId="{2DA42A88-41D6-4A1A-8697-2120E1337F92}" dt="2025-09-22T15:14:54.323" v="7099" actId="1076"/>
          <ac:picMkLst>
            <pc:docMk/>
            <pc:sldMk cId="3108515768" sldId="283"/>
            <ac:picMk id="3" creationId="{6D3C645A-E9F4-402B-764F-7D3E8358C5C3}"/>
          </ac:picMkLst>
        </pc:picChg>
        <pc:picChg chg="add mod">
          <ac:chgData name="Yoshiharu Hamaguchi" userId="470e288704938fe9" providerId="LiveId" clId="{2DA42A88-41D6-4A1A-8697-2120E1337F92}" dt="2025-09-22T15:16:03.840" v="7102" actId="1076"/>
          <ac:picMkLst>
            <pc:docMk/>
            <pc:sldMk cId="3108515768" sldId="283"/>
            <ac:picMk id="5" creationId="{DE3AC8DC-0A55-2CC4-81B0-C778C7443617}"/>
          </ac:picMkLst>
        </pc:picChg>
        <pc:picChg chg="del">
          <ac:chgData name="Yoshiharu Hamaguchi" userId="470e288704938fe9" providerId="LiveId" clId="{2DA42A88-41D6-4A1A-8697-2120E1337F92}" dt="2025-09-22T15:14:38.690" v="7093" actId="478"/>
          <ac:picMkLst>
            <pc:docMk/>
            <pc:sldMk cId="3108515768" sldId="283"/>
            <ac:picMk id="10" creationId="{E21D10BD-5CBE-55B1-C394-B4FDC14F6C70}"/>
          </ac:picMkLst>
        </pc:picChg>
      </pc:sldChg>
      <pc:sldChg chg="addSp delSp modSp add mod">
        <pc:chgData name="Yoshiharu Hamaguchi" userId="470e288704938fe9" providerId="LiveId" clId="{2DA42A88-41D6-4A1A-8697-2120E1337F92}" dt="2025-09-22T15:47:38.351" v="8706" actId="20577"/>
        <pc:sldMkLst>
          <pc:docMk/>
          <pc:sldMk cId="196596734" sldId="284"/>
        </pc:sldMkLst>
        <pc:spChg chg="mod">
          <ac:chgData name="Yoshiharu Hamaguchi" userId="470e288704938fe9" providerId="LiveId" clId="{2DA42A88-41D6-4A1A-8697-2120E1337F92}" dt="2025-09-22T15:47:38.351" v="8706" actId="20577"/>
          <ac:spMkLst>
            <pc:docMk/>
            <pc:sldMk cId="196596734" sldId="284"/>
            <ac:spMk id="2" creationId="{9C784ACA-9376-15C6-DD93-68B5D582FADA}"/>
          </ac:spMkLst>
        </pc:spChg>
        <pc:spChg chg="add mod">
          <ac:chgData name="Yoshiharu Hamaguchi" userId="470e288704938fe9" providerId="LiveId" clId="{2DA42A88-41D6-4A1A-8697-2120E1337F92}" dt="2025-09-22T15:37:41.276" v="8240" actId="571"/>
          <ac:spMkLst>
            <pc:docMk/>
            <pc:sldMk cId="196596734" sldId="284"/>
            <ac:spMk id="3" creationId="{4B80EB5B-88F4-3F32-3CBC-5E0832C94BE7}"/>
          </ac:spMkLst>
        </pc:spChg>
        <pc:spChg chg="mod">
          <ac:chgData name="Yoshiharu Hamaguchi" userId="470e288704938fe9" providerId="LiveId" clId="{2DA42A88-41D6-4A1A-8697-2120E1337F92}" dt="2025-09-22T15:47:10.935" v="8649" actId="1035"/>
          <ac:spMkLst>
            <pc:docMk/>
            <pc:sldMk cId="196596734" sldId="284"/>
            <ac:spMk id="4" creationId="{2AF630B1-33DA-9E7A-3316-C8FB8B865CFB}"/>
          </ac:spMkLst>
        </pc:spChg>
        <pc:spChg chg="mod">
          <ac:chgData name="Yoshiharu Hamaguchi" userId="470e288704938fe9" providerId="LiveId" clId="{2DA42A88-41D6-4A1A-8697-2120E1337F92}" dt="2025-09-22T15:39:33.175" v="8296" actId="1076"/>
          <ac:spMkLst>
            <pc:docMk/>
            <pc:sldMk cId="196596734" sldId="284"/>
            <ac:spMk id="5" creationId="{1B173D04-7B43-7511-F9D4-DF6CDD6F385A}"/>
          </ac:spMkLst>
        </pc:spChg>
        <pc:spChg chg="mod">
          <ac:chgData name="Yoshiharu Hamaguchi" userId="470e288704938fe9" providerId="LiveId" clId="{2DA42A88-41D6-4A1A-8697-2120E1337F92}" dt="2025-09-22T15:47:10.935" v="8649" actId="1035"/>
          <ac:spMkLst>
            <pc:docMk/>
            <pc:sldMk cId="196596734" sldId="284"/>
            <ac:spMk id="6" creationId="{7967DB61-7E9B-758C-DE7C-C4160DE0F43E}"/>
          </ac:spMkLst>
        </pc:spChg>
        <pc:spChg chg="mod">
          <ac:chgData name="Yoshiharu Hamaguchi" userId="470e288704938fe9" providerId="LiveId" clId="{2DA42A88-41D6-4A1A-8697-2120E1337F92}" dt="2025-09-22T15:46:09.677" v="8617" actId="1036"/>
          <ac:spMkLst>
            <pc:docMk/>
            <pc:sldMk cId="196596734" sldId="284"/>
            <ac:spMk id="7" creationId="{76479CD6-F090-5A52-A58E-B1A5238E7509}"/>
          </ac:spMkLst>
        </pc:spChg>
        <pc:spChg chg="mod">
          <ac:chgData name="Yoshiharu Hamaguchi" userId="470e288704938fe9" providerId="LiveId" clId="{2DA42A88-41D6-4A1A-8697-2120E1337F92}" dt="2025-09-22T15:47:10.935" v="8649" actId="1035"/>
          <ac:spMkLst>
            <pc:docMk/>
            <pc:sldMk cId="196596734" sldId="284"/>
            <ac:spMk id="8" creationId="{24CFC097-E41A-C5ED-B057-EAC3134873EB}"/>
          </ac:spMkLst>
        </pc:spChg>
        <pc:spChg chg="mod">
          <ac:chgData name="Yoshiharu Hamaguchi" userId="470e288704938fe9" providerId="LiveId" clId="{2DA42A88-41D6-4A1A-8697-2120E1337F92}" dt="2025-09-22T15:45:19.031" v="8590" actId="14100"/>
          <ac:spMkLst>
            <pc:docMk/>
            <pc:sldMk cId="196596734" sldId="284"/>
            <ac:spMk id="9" creationId="{FD4A562C-3D1F-3491-5D19-AA59888B0112}"/>
          </ac:spMkLst>
        </pc:spChg>
        <pc:spChg chg="mod">
          <ac:chgData name="Yoshiharu Hamaguchi" userId="470e288704938fe9" providerId="LiveId" clId="{2DA42A88-41D6-4A1A-8697-2120E1337F92}" dt="2025-09-22T15:47:36.056" v="8704" actId="20577"/>
          <ac:spMkLst>
            <pc:docMk/>
            <pc:sldMk cId="196596734" sldId="284"/>
            <ac:spMk id="12" creationId="{E944DFBB-A102-FEAA-D487-BCBEE3A4BD63}"/>
          </ac:spMkLst>
        </pc:spChg>
        <pc:spChg chg="mod">
          <ac:chgData name="Yoshiharu Hamaguchi" userId="470e288704938fe9" providerId="LiveId" clId="{2DA42A88-41D6-4A1A-8697-2120E1337F92}" dt="2025-09-22T15:47:10.935" v="8649" actId="1035"/>
          <ac:spMkLst>
            <pc:docMk/>
            <pc:sldMk cId="196596734" sldId="284"/>
            <ac:spMk id="13" creationId="{A5B4C14A-B501-CEFA-4B6C-794DA30D8DAA}"/>
          </ac:spMkLst>
        </pc:spChg>
        <pc:spChg chg="mod">
          <ac:chgData name="Yoshiharu Hamaguchi" userId="470e288704938fe9" providerId="LiveId" clId="{2DA42A88-41D6-4A1A-8697-2120E1337F92}" dt="2025-09-22T15:47:10.935" v="8649" actId="1035"/>
          <ac:spMkLst>
            <pc:docMk/>
            <pc:sldMk cId="196596734" sldId="284"/>
            <ac:spMk id="14" creationId="{8206178E-DF4E-F1D6-D0A0-ED79FE0B30E2}"/>
          </ac:spMkLst>
        </pc:spChg>
        <pc:spChg chg="mod">
          <ac:chgData name="Yoshiharu Hamaguchi" userId="470e288704938fe9" providerId="LiveId" clId="{2DA42A88-41D6-4A1A-8697-2120E1337F92}" dt="2025-09-22T15:37:47.502" v="8241" actId="1076"/>
          <ac:spMkLst>
            <pc:docMk/>
            <pc:sldMk cId="196596734" sldId="284"/>
            <ac:spMk id="16" creationId="{A2488401-C700-B4EC-6EEE-6B804110CCF7}"/>
          </ac:spMkLst>
        </pc:spChg>
        <pc:spChg chg="mod">
          <ac:chgData name="Yoshiharu Hamaguchi" userId="470e288704938fe9" providerId="LiveId" clId="{2DA42A88-41D6-4A1A-8697-2120E1337F92}" dt="2025-09-22T15:47:10.935" v="8649" actId="1035"/>
          <ac:spMkLst>
            <pc:docMk/>
            <pc:sldMk cId="196596734" sldId="284"/>
            <ac:spMk id="18" creationId="{F867B5CB-7F27-DE52-B3AC-230C60D6C63C}"/>
          </ac:spMkLst>
        </pc:spChg>
        <pc:spChg chg="mod">
          <ac:chgData name="Yoshiharu Hamaguchi" userId="470e288704938fe9" providerId="LiveId" clId="{2DA42A88-41D6-4A1A-8697-2120E1337F92}" dt="2025-09-22T15:37:47.502" v="8241" actId="1076"/>
          <ac:spMkLst>
            <pc:docMk/>
            <pc:sldMk cId="196596734" sldId="284"/>
            <ac:spMk id="20" creationId="{6D1FDD5D-331F-E92C-7DF4-9E47E7998E05}"/>
          </ac:spMkLst>
        </pc:spChg>
        <pc:spChg chg="mod">
          <ac:chgData name="Yoshiharu Hamaguchi" userId="470e288704938fe9" providerId="LiveId" clId="{2DA42A88-41D6-4A1A-8697-2120E1337F92}" dt="2025-09-22T15:45:55.078" v="8606" actId="20577"/>
          <ac:spMkLst>
            <pc:docMk/>
            <pc:sldMk cId="196596734" sldId="284"/>
            <ac:spMk id="22" creationId="{FA09F6E0-5083-4EE0-2F00-DF0C2ABEEA86}"/>
          </ac:spMkLst>
        </pc:spChg>
        <pc:spChg chg="mod">
          <ac:chgData name="Yoshiharu Hamaguchi" userId="470e288704938fe9" providerId="LiveId" clId="{2DA42A88-41D6-4A1A-8697-2120E1337F92}" dt="2025-09-22T15:46:09.677" v="8617" actId="1036"/>
          <ac:spMkLst>
            <pc:docMk/>
            <pc:sldMk cId="196596734" sldId="284"/>
            <ac:spMk id="23" creationId="{48630DFA-7494-14A6-D47A-6C215FE177A3}"/>
          </ac:spMkLst>
        </pc:spChg>
        <pc:spChg chg="mod">
          <ac:chgData name="Yoshiharu Hamaguchi" userId="470e288704938fe9" providerId="LiveId" clId="{2DA42A88-41D6-4A1A-8697-2120E1337F92}" dt="2025-09-22T15:46:09.677" v="8617" actId="1036"/>
          <ac:spMkLst>
            <pc:docMk/>
            <pc:sldMk cId="196596734" sldId="284"/>
            <ac:spMk id="24" creationId="{64170FC8-8434-86EA-5F76-2E868883087A}"/>
          </ac:spMkLst>
        </pc:spChg>
        <pc:spChg chg="add del mod">
          <ac:chgData name="Yoshiharu Hamaguchi" userId="470e288704938fe9" providerId="LiveId" clId="{2DA42A88-41D6-4A1A-8697-2120E1337F92}" dt="2025-09-22T15:38:46.192" v="8286" actId="478"/>
          <ac:spMkLst>
            <pc:docMk/>
            <pc:sldMk cId="196596734" sldId="284"/>
            <ac:spMk id="26" creationId="{53EBA836-0AD4-9A3C-2FED-56E338125CFD}"/>
          </ac:spMkLst>
        </pc:spChg>
        <pc:spChg chg="add del mod">
          <ac:chgData name="Yoshiharu Hamaguchi" userId="470e288704938fe9" providerId="LiveId" clId="{2DA42A88-41D6-4A1A-8697-2120E1337F92}" dt="2025-09-22T15:38:44.895" v="8285" actId="478"/>
          <ac:spMkLst>
            <pc:docMk/>
            <pc:sldMk cId="196596734" sldId="284"/>
            <ac:spMk id="27" creationId="{4075D275-8B07-BE6B-CD01-395E7A1312ED}"/>
          </ac:spMkLst>
        </pc:spChg>
        <pc:spChg chg="add mod">
          <ac:chgData name="Yoshiharu Hamaguchi" userId="470e288704938fe9" providerId="LiveId" clId="{2DA42A88-41D6-4A1A-8697-2120E1337F92}" dt="2025-09-22T15:38:42.186" v="8284" actId="14100"/>
          <ac:spMkLst>
            <pc:docMk/>
            <pc:sldMk cId="196596734" sldId="284"/>
            <ac:spMk id="28" creationId="{D6718E65-B255-2F42-6A89-D19D92A5273D}"/>
          </ac:spMkLst>
        </pc:spChg>
        <pc:spChg chg="add mod">
          <ac:chgData name="Yoshiharu Hamaguchi" userId="470e288704938fe9" providerId="LiveId" clId="{2DA42A88-41D6-4A1A-8697-2120E1337F92}" dt="2025-09-22T15:42:21.829" v="8419" actId="14100"/>
          <ac:spMkLst>
            <pc:docMk/>
            <pc:sldMk cId="196596734" sldId="284"/>
            <ac:spMk id="29" creationId="{604D4E6B-4B69-7FC8-5BDA-11615043BC70}"/>
          </ac:spMkLst>
        </pc:spChg>
        <pc:spChg chg="add mod">
          <ac:chgData name="Yoshiharu Hamaguchi" userId="470e288704938fe9" providerId="LiveId" clId="{2DA42A88-41D6-4A1A-8697-2120E1337F92}" dt="2025-09-22T15:42:18.429" v="8418" actId="14100"/>
          <ac:spMkLst>
            <pc:docMk/>
            <pc:sldMk cId="196596734" sldId="284"/>
            <ac:spMk id="30" creationId="{9E8CA506-1389-5744-6D66-6146E0F36116}"/>
          </ac:spMkLst>
        </pc:spChg>
        <pc:spChg chg="add mod">
          <ac:chgData name="Yoshiharu Hamaguchi" userId="470e288704938fe9" providerId="LiveId" clId="{2DA42A88-41D6-4A1A-8697-2120E1337F92}" dt="2025-09-22T15:38:59.134" v="8291" actId="571"/>
          <ac:spMkLst>
            <pc:docMk/>
            <pc:sldMk cId="196596734" sldId="284"/>
            <ac:spMk id="31" creationId="{BDC9FC5A-FB3F-B48E-0FBF-72F5EDC59B1B}"/>
          </ac:spMkLst>
        </pc:spChg>
        <pc:spChg chg="add mod">
          <ac:chgData name="Yoshiharu Hamaguchi" userId="470e288704938fe9" providerId="LiveId" clId="{2DA42A88-41D6-4A1A-8697-2120E1337F92}" dt="2025-09-22T15:38:59.134" v="8291" actId="571"/>
          <ac:spMkLst>
            <pc:docMk/>
            <pc:sldMk cId="196596734" sldId="284"/>
            <ac:spMk id="32" creationId="{EE52FB36-9098-5248-91FD-0A5E2FFCC26E}"/>
          </ac:spMkLst>
        </pc:spChg>
        <pc:spChg chg="add mod">
          <ac:chgData name="Yoshiharu Hamaguchi" userId="470e288704938fe9" providerId="LiveId" clId="{2DA42A88-41D6-4A1A-8697-2120E1337F92}" dt="2025-09-22T15:47:10.935" v="8649" actId="1035"/>
          <ac:spMkLst>
            <pc:docMk/>
            <pc:sldMk cId="196596734" sldId="284"/>
            <ac:spMk id="33" creationId="{7AD56290-05C2-813E-7137-D14189F1845D}"/>
          </ac:spMkLst>
        </pc:spChg>
        <pc:spChg chg="add mod">
          <ac:chgData name="Yoshiharu Hamaguchi" userId="470e288704938fe9" providerId="LiveId" clId="{2DA42A88-41D6-4A1A-8697-2120E1337F92}" dt="2025-09-22T15:46:25.528" v="8619" actId="14100"/>
          <ac:spMkLst>
            <pc:docMk/>
            <pc:sldMk cId="196596734" sldId="284"/>
            <ac:spMk id="34" creationId="{7E56C746-7507-7E7F-6150-5EAB87921B94}"/>
          </ac:spMkLst>
        </pc:spChg>
        <pc:spChg chg="add mod">
          <ac:chgData name="Yoshiharu Hamaguchi" userId="470e288704938fe9" providerId="LiveId" clId="{2DA42A88-41D6-4A1A-8697-2120E1337F92}" dt="2025-09-22T15:47:10.935" v="8649" actId="1035"/>
          <ac:spMkLst>
            <pc:docMk/>
            <pc:sldMk cId="196596734" sldId="284"/>
            <ac:spMk id="35" creationId="{325B7555-9425-B2D0-0930-A1539B5BFF44}"/>
          </ac:spMkLst>
        </pc:spChg>
        <pc:spChg chg="add mod">
          <ac:chgData name="Yoshiharu Hamaguchi" userId="470e288704938fe9" providerId="LiveId" clId="{2DA42A88-41D6-4A1A-8697-2120E1337F92}" dt="2025-09-22T15:41:22.039" v="8401" actId="1076"/>
          <ac:spMkLst>
            <pc:docMk/>
            <pc:sldMk cId="196596734" sldId="284"/>
            <ac:spMk id="42" creationId="{7A083EDF-8921-EB01-42F5-B17867200EA3}"/>
          </ac:spMkLst>
        </pc:spChg>
        <pc:spChg chg="add mod">
          <ac:chgData name="Yoshiharu Hamaguchi" userId="470e288704938fe9" providerId="LiveId" clId="{2DA42A88-41D6-4A1A-8697-2120E1337F92}" dt="2025-09-22T15:46:21.030" v="8618" actId="1076"/>
          <ac:spMkLst>
            <pc:docMk/>
            <pc:sldMk cId="196596734" sldId="284"/>
            <ac:spMk id="46" creationId="{AD3FDB23-FA9B-6B75-69BF-6C3EE70A28C3}"/>
          </ac:spMkLst>
        </pc:spChg>
        <pc:spChg chg="add mod">
          <ac:chgData name="Yoshiharu Hamaguchi" userId="470e288704938fe9" providerId="LiveId" clId="{2DA42A88-41D6-4A1A-8697-2120E1337F92}" dt="2025-09-22T15:41:33.168" v="8405" actId="571"/>
          <ac:spMkLst>
            <pc:docMk/>
            <pc:sldMk cId="196596734" sldId="284"/>
            <ac:spMk id="48" creationId="{D3B29C6E-4478-EE14-68C9-44021445BE9F}"/>
          </ac:spMkLst>
        </pc:spChg>
        <pc:spChg chg="add mod">
          <ac:chgData name="Yoshiharu Hamaguchi" userId="470e288704938fe9" providerId="LiveId" clId="{2DA42A88-41D6-4A1A-8697-2120E1337F92}" dt="2025-09-22T15:41:33.168" v="8405" actId="571"/>
          <ac:spMkLst>
            <pc:docMk/>
            <pc:sldMk cId="196596734" sldId="284"/>
            <ac:spMk id="50" creationId="{B602ACBE-E3AF-EFC7-6156-A38E8BFD930B}"/>
          </ac:spMkLst>
        </pc:spChg>
        <pc:spChg chg="add mod">
          <ac:chgData name="Yoshiharu Hamaguchi" userId="470e288704938fe9" providerId="LiveId" clId="{2DA42A88-41D6-4A1A-8697-2120E1337F92}" dt="2025-09-22T15:47:10.935" v="8649" actId="1035"/>
          <ac:spMkLst>
            <pc:docMk/>
            <pc:sldMk cId="196596734" sldId="284"/>
            <ac:spMk id="52" creationId="{9C7AC2F4-9CBC-4696-EB35-A14FCEFEB400}"/>
          </ac:spMkLst>
        </pc:spChg>
        <pc:spChg chg="add mod">
          <ac:chgData name="Yoshiharu Hamaguchi" userId="470e288704938fe9" providerId="LiveId" clId="{2DA42A88-41D6-4A1A-8697-2120E1337F92}" dt="2025-09-22T15:43:05.354" v="8483" actId="20577"/>
          <ac:spMkLst>
            <pc:docMk/>
            <pc:sldMk cId="196596734" sldId="284"/>
            <ac:spMk id="56" creationId="{5A8C7BBD-E590-8CBB-5FDA-A57E1D7C7FD5}"/>
          </ac:spMkLst>
        </pc:spChg>
        <pc:spChg chg="add mod">
          <ac:chgData name="Yoshiharu Hamaguchi" userId="470e288704938fe9" providerId="LiveId" clId="{2DA42A88-41D6-4A1A-8697-2120E1337F92}" dt="2025-09-22T15:46:09.677" v="8617" actId="1036"/>
          <ac:spMkLst>
            <pc:docMk/>
            <pc:sldMk cId="196596734" sldId="284"/>
            <ac:spMk id="60" creationId="{157CA208-DF3B-0235-00EB-95081BF6FE38}"/>
          </ac:spMkLst>
        </pc:spChg>
        <pc:spChg chg="add mod">
          <ac:chgData name="Yoshiharu Hamaguchi" userId="470e288704938fe9" providerId="LiveId" clId="{2DA42A88-41D6-4A1A-8697-2120E1337F92}" dt="2025-09-22T15:46:21.030" v="8618" actId="1076"/>
          <ac:spMkLst>
            <pc:docMk/>
            <pc:sldMk cId="196596734" sldId="284"/>
            <ac:spMk id="61" creationId="{D8C27975-3D21-AA72-F53E-3F0FC93C9916}"/>
          </ac:spMkLst>
        </pc:spChg>
        <pc:spChg chg="add mod">
          <ac:chgData name="Yoshiharu Hamaguchi" userId="470e288704938fe9" providerId="LiveId" clId="{2DA42A88-41D6-4A1A-8697-2120E1337F92}" dt="2025-09-22T15:47:02.121" v="8632" actId="108"/>
          <ac:spMkLst>
            <pc:docMk/>
            <pc:sldMk cId="196596734" sldId="284"/>
            <ac:spMk id="64" creationId="{B528EF7D-5BE7-505B-A150-7CC9236EC6C6}"/>
          </ac:spMkLst>
        </pc:spChg>
        <pc:cxnChg chg="mod">
          <ac:chgData name="Yoshiharu Hamaguchi" userId="470e288704938fe9" providerId="LiveId" clId="{2DA42A88-41D6-4A1A-8697-2120E1337F92}" dt="2025-09-22T15:46:25.528" v="8619" actId="14100"/>
          <ac:cxnSpMkLst>
            <pc:docMk/>
            <pc:sldMk cId="196596734" sldId="284"/>
            <ac:cxnSpMk id="10" creationId="{88517C5E-3A33-9BDF-6210-D02A2EFAD461}"/>
          </ac:cxnSpMkLst>
        </pc:cxnChg>
        <pc:cxnChg chg="mod">
          <ac:chgData name="Yoshiharu Hamaguchi" userId="470e288704938fe9" providerId="LiveId" clId="{2DA42A88-41D6-4A1A-8697-2120E1337F92}" dt="2025-09-22T15:41:54.156" v="8412" actId="1076"/>
          <ac:cxnSpMkLst>
            <pc:docMk/>
            <pc:sldMk cId="196596734" sldId="284"/>
            <ac:cxnSpMk id="21" creationId="{6E9007E2-4FDF-87C5-5B04-9CC36BE8B12D}"/>
          </ac:cxnSpMkLst>
        </pc:cxnChg>
        <pc:cxnChg chg="mod ord">
          <ac:chgData name="Yoshiharu Hamaguchi" userId="470e288704938fe9" providerId="LiveId" clId="{2DA42A88-41D6-4A1A-8697-2120E1337F92}" dt="2025-09-22T15:40:07.603" v="8305" actId="14100"/>
          <ac:cxnSpMkLst>
            <pc:docMk/>
            <pc:sldMk cId="196596734" sldId="284"/>
            <ac:cxnSpMk id="25" creationId="{F79E468E-17EE-CBE5-ABA7-70141E32E403}"/>
          </ac:cxnSpMkLst>
        </pc:cxnChg>
        <pc:cxnChg chg="add mod">
          <ac:chgData name="Yoshiharu Hamaguchi" userId="470e288704938fe9" providerId="LiveId" clId="{2DA42A88-41D6-4A1A-8697-2120E1337F92}" dt="2025-09-22T15:41:26.959" v="8403" actId="14100"/>
          <ac:cxnSpMkLst>
            <pc:docMk/>
            <pc:sldMk cId="196596734" sldId="284"/>
            <ac:cxnSpMk id="36" creationId="{77F04E78-8E74-C1CE-00D7-F65C521565D7}"/>
          </ac:cxnSpMkLst>
        </pc:cxnChg>
        <pc:cxnChg chg="add mod">
          <ac:chgData name="Yoshiharu Hamaguchi" userId="470e288704938fe9" providerId="LiveId" clId="{2DA42A88-41D6-4A1A-8697-2120E1337F92}" dt="2025-09-22T15:46:21.030" v="8618" actId="1076"/>
          <ac:cxnSpMkLst>
            <pc:docMk/>
            <pc:sldMk cId="196596734" sldId="284"/>
            <ac:cxnSpMk id="43" creationId="{C95D5C23-78E8-C787-508B-05DB70100DC4}"/>
          </ac:cxnSpMkLst>
        </pc:cxnChg>
        <pc:cxnChg chg="add mod">
          <ac:chgData name="Yoshiharu Hamaguchi" userId="470e288704938fe9" providerId="LiveId" clId="{2DA42A88-41D6-4A1A-8697-2120E1337F92}" dt="2025-09-22T15:41:33.168" v="8405" actId="571"/>
          <ac:cxnSpMkLst>
            <pc:docMk/>
            <pc:sldMk cId="196596734" sldId="284"/>
            <ac:cxnSpMk id="49" creationId="{7A239DA9-0AFB-8F9F-8799-FF175FAC7043}"/>
          </ac:cxnSpMkLst>
        </pc:cxnChg>
        <pc:cxnChg chg="add mod ord">
          <ac:chgData name="Yoshiharu Hamaguchi" userId="470e288704938fe9" providerId="LiveId" clId="{2DA42A88-41D6-4A1A-8697-2120E1337F92}" dt="2025-09-22T15:41:56.722" v="8414" actId="1076"/>
          <ac:cxnSpMkLst>
            <pc:docMk/>
            <pc:sldMk cId="196596734" sldId="284"/>
            <ac:cxnSpMk id="51" creationId="{98F82E70-6C24-E4CE-9330-D91ED9AFAE33}"/>
          </ac:cxnSpMkLst>
        </pc:cxnChg>
        <pc:cxnChg chg="add mod">
          <ac:chgData name="Yoshiharu Hamaguchi" userId="470e288704938fe9" providerId="LiveId" clId="{2DA42A88-41D6-4A1A-8697-2120E1337F92}" dt="2025-09-22T15:42:25.603" v="8420" actId="14100"/>
          <ac:cxnSpMkLst>
            <pc:docMk/>
            <pc:sldMk cId="196596734" sldId="284"/>
            <ac:cxnSpMk id="53" creationId="{3E73469C-F518-A440-AE64-6A0B139A5781}"/>
          </ac:cxnSpMkLst>
        </pc:cxnChg>
        <pc:cxnChg chg="add mod">
          <ac:chgData name="Yoshiharu Hamaguchi" userId="470e288704938fe9" providerId="LiveId" clId="{2DA42A88-41D6-4A1A-8697-2120E1337F92}" dt="2025-09-22T15:42:48.801" v="8447" actId="571"/>
          <ac:cxnSpMkLst>
            <pc:docMk/>
            <pc:sldMk cId="196596734" sldId="284"/>
            <ac:cxnSpMk id="55" creationId="{F97CF990-B155-9BE5-15B1-151E31FD12B2}"/>
          </ac:cxnSpMkLst>
        </pc:cxnChg>
      </pc:sldChg>
    </pc:docChg>
  </pc:docChgLst>
  <pc:docChgLst>
    <pc:chgData name="Yoshiharu Hamaguchi" userId="470e288704938fe9" providerId="LiveId" clId="{70332866-803F-45E9-A120-6101FBB807E0}"/>
    <pc:docChg chg="undo custSel addSld delSld modSld">
      <pc:chgData name="Yoshiharu Hamaguchi" userId="470e288704938fe9" providerId="LiveId" clId="{70332866-803F-45E9-A120-6101FBB807E0}" dt="2025-09-08T14:56:44.792" v="4266"/>
      <pc:docMkLst>
        <pc:docMk/>
      </pc:docMkLst>
      <pc:sldChg chg="modSp mod">
        <pc:chgData name="Yoshiharu Hamaguchi" userId="470e288704938fe9" providerId="LiveId" clId="{70332866-803F-45E9-A120-6101FBB807E0}" dt="2025-09-08T13:07:11.513" v="792" actId="20577"/>
        <pc:sldMkLst>
          <pc:docMk/>
          <pc:sldMk cId="634982452" sldId="256"/>
        </pc:sldMkLst>
        <pc:spChg chg="mod">
          <ac:chgData name="Yoshiharu Hamaguchi" userId="470e288704938fe9" providerId="LiveId" clId="{70332866-803F-45E9-A120-6101FBB807E0}" dt="2025-09-08T13:07:11.513" v="792" actId="20577"/>
          <ac:spMkLst>
            <pc:docMk/>
            <pc:sldMk cId="634982452" sldId="256"/>
            <ac:spMk id="2" creationId="{3F0D190A-A8DB-32F1-0D56-13F6D381B778}"/>
          </ac:spMkLst>
        </pc:spChg>
      </pc:sldChg>
      <pc:sldChg chg="addSp delSp modSp mod">
        <pc:chgData name="Yoshiharu Hamaguchi" userId="470e288704938fe9" providerId="LiveId" clId="{70332866-803F-45E9-A120-6101FBB807E0}" dt="2025-09-08T13:46:04.454" v="2267" actId="20577"/>
        <pc:sldMkLst>
          <pc:docMk/>
          <pc:sldMk cId="4019972730" sldId="262"/>
        </pc:sldMkLst>
        <pc:spChg chg="mod">
          <ac:chgData name="Yoshiharu Hamaguchi" userId="470e288704938fe9" providerId="LiveId" clId="{70332866-803F-45E9-A120-6101FBB807E0}" dt="2025-09-08T13:45:37.751" v="2219" actId="20577"/>
          <ac:spMkLst>
            <pc:docMk/>
            <pc:sldMk cId="4019972730" sldId="262"/>
            <ac:spMk id="3" creationId="{37025C41-8921-578C-16F8-6B5CF0A93AE0}"/>
          </ac:spMkLst>
        </pc:spChg>
        <pc:spChg chg="mod">
          <ac:chgData name="Yoshiharu Hamaguchi" userId="470e288704938fe9" providerId="LiveId" clId="{70332866-803F-45E9-A120-6101FBB807E0}" dt="2025-09-08T13:46:04.454" v="2267" actId="20577"/>
          <ac:spMkLst>
            <pc:docMk/>
            <pc:sldMk cId="4019972730" sldId="262"/>
            <ac:spMk id="6" creationId="{34FF66A4-5BCB-CEE2-BCDE-1006905C1554}"/>
          </ac:spMkLst>
        </pc:spChg>
        <pc:picChg chg="add mod">
          <ac:chgData name="Yoshiharu Hamaguchi" userId="470e288704938fe9" providerId="LiveId" clId="{70332866-803F-45E9-A120-6101FBB807E0}" dt="2025-09-08T13:36:11.455" v="1273" actId="1076"/>
          <ac:picMkLst>
            <pc:docMk/>
            <pc:sldMk cId="4019972730" sldId="262"/>
            <ac:picMk id="4" creationId="{0422C9E0-B473-A1C3-1880-8559272F9630}"/>
          </ac:picMkLst>
        </pc:picChg>
      </pc:sldChg>
      <pc:sldChg chg="modSp mod">
        <pc:chgData name="Yoshiharu Hamaguchi" userId="470e288704938fe9" providerId="LiveId" clId="{70332866-803F-45E9-A120-6101FBB807E0}" dt="2025-09-08T13:29:27.377" v="1054" actId="20577"/>
        <pc:sldMkLst>
          <pc:docMk/>
          <pc:sldMk cId="3365730422" sldId="264"/>
        </pc:sldMkLst>
        <pc:spChg chg="mod">
          <ac:chgData name="Yoshiharu Hamaguchi" userId="470e288704938fe9" providerId="LiveId" clId="{70332866-803F-45E9-A120-6101FBB807E0}" dt="2025-09-08T13:29:27.377" v="1054" actId="20577"/>
          <ac:spMkLst>
            <pc:docMk/>
            <pc:sldMk cId="3365730422" sldId="264"/>
            <ac:spMk id="3" creationId="{37025C41-8921-578C-16F8-6B5CF0A93AE0}"/>
          </ac:spMkLst>
        </pc:spChg>
      </pc:sldChg>
      <pc:sldChg chg="del">
        <pc:chgData name="Yoshiharu Hamaguchi" userId="470e288704938fe9" providerId="LiveId" clId="{70332866-803F-45E9-A120-6101FBB807E0}" dt="2025-09-08T13:17:08.942" v="912" actId="47"/>
        <pc:sldMkLst>
          <pc:docMk/>
          <pc:sldMk cId="3544669301" sldId="266"/>
        </pc:sldMkLst>
      </pc:sldChg>
      <pc:sldChg chg="addSp delSp modSp mod">
        <pc:chgData name="Yoshiharu Hamaguchi" userId="470e288704938fe9" providerId="LiveId" clId="{70332866-803F-45E9-A120-6101FBB807E0}" dt="2025-09-08T13:26:51.657" v="1028" actId="255"/>
        <pc:sldMkLst>
          <pc:docMk/>
          <pc:sldMk cId="2142688305" sldId="269"/>
        </pc:sldMkLst>
      </pc:sldChg>
      <pc:sldChg chg="del">
        <pc:chgData name="Yoshiharu Hamaguchi" userId="470e288704938fe9" providerId="LiveId" clId="{70332866-803F-45E9-A120-6101FBB807E0}" dt="2025-09-08T13:16:59.642" v="911" actId="47"/>
        <pc:sldMkLst>
          <pc:docMk/>
          <pc:sldMk cId="2038620804" sldId="270"/>
        </pc:sldMkLst>
      </pc:sldChg>
      <pc:sldChg chg="addSp delSp modSp add mod">
        <pc:chgData name="Yoshiharu Hamaguchi" userId="470e288704938fe9" providerId="LiveId" clId="{70332866-803F-45E9-A120-6101FBB807E0}" dt="2025-09-08T13:43:04.555" v="2015" actId="20577"/>
        <pc:sldMkLst>
          <pc:docMk/>
          <pc:sldMk cId="1473502982" sldId="271"/>
        </pc:sldMkLst>
        <pc:spChg chg="add mod">
          <ac:chgData name="Yoshiharu Hamaguchi" userId="470e288704938fe9" providerId="LiveId" clId="{70332866-803F-45E9-A120-6101FBB807E0}" dt="2025-09-08T13:43:04.555" v="2015" actId="20577"/>
          <ac:spMkLst>
            <pc:docMk/>
            <pc:sldMk cId="1473502982" sldId="271"/>
            <ac:spMk id="12" creationId="{E944DFBB-A102-FEAA-D487-BCBEE3A4BD63}"/>
          </ac:spMkLst>
        </pc:spChg>
      </pc:sldChg>
      <pc:sldChg chg="addSp modSp add mod">
        <pc:chgData name="Yoshiharu Hamaguchi" userId="470e288704938fe9" providerId="LiveId" clId="{70332866-803F-45E9-A120-6101FBB807E0}" dt="2025-09-08T13:44:13.842" v="2060" actId="1076"/>
        <pc:sldMkLst>
          <pc:docMk/>
          <pc:sldMk cId="3129097109" sldId="272"/>
        </pc:sldMkLst>
        <pc:spChg chg="mod">
          <ac:chgData name="Yoshiharu Hamaguchi" userId="470e288704938fe9" providerId="LiveId" clId="{70332866-803F-45E9-A120-6101FBB807E0}" dt="2025-09-08T13:42:49.731" v="2008" actId="20577"/>
          <ac:spMkLst>
            <pc:docMk/>
            <pc:sldMk cId="3129097109" sldId="272"/>
            <ac:spMk id="2" creationId="{9C784ACA-9376-15C6-DD93-68B5D582FADA}"/>
          </ac:spMkLst>
        </pc:spChg>
        <pc:spChg chg="mod">
          <ac:chgData name="Yoshiharu Hamaguchi" userId="470e288704938fe9" providerId="LiveId" clId="{70332866-803F-45E9-A120-6101FBB807E0}" dt="2025-09-08T13:43:46.783" v="2055" actId="6549"/>
          <ac:spMkLst>
            <pc:docMk/>
            <pc:sldMk cId="3129097109" sldId="272"/>
            <ac:spMk id="12" creationId="{E944DFBB-A102-FEAA-D487-BCBEE3A4BD63}"/>
          </ac:spMkLst>
        </pc:spChg>
        <pc:picChg chg="add mod">
          <ac:chgData name="Yoshiharu Hamaguchi" userId="470e288704938fe9" providerId="LiveId" clId="{70332866-803F-45E9-A120-6101FBB807E0}" dt="2025-09-08T13:44:13.842" v="2060" actId="1076"/>
          <ac:picMkLst>
            <pc:docMk/>
            <pc:sldMk cId="3129097109" sldId="272"/>
            <ac:picMk id="4" creationId="{0AB3AA65-1C33-C627-0C02-C48972C6F5CD}"/>
          </ac:picMkLst>
        </pc:picChg>
      </pc:sldChg>
      <pc:sldChg chg="addSp modSp add mod">
        <pc:chgData name="Yoshiharu Hamaguchi" userId="470e288704938fe9" providerId="LiveId" clId="{70332866-803F-45E9-A120-6101FBB807E0}" dt="2025-09-08T14:48:55.172" v="3078" actId="1076"/>
        <pc:sldMkLst>
          <pc:docMk/>
          <pc:sldMk cId="3565779213" sldId="273"/>
        </pc:sldMkLst>
        <pc:spChg chg="mod">
          <ac:chgData name="Yoshiharu Hamaguchi" userId="470e288704938fe9" providerId="LiveId" clId="{70332866-803F-45E9-A120-6101FBB807E0}" dt="2025-09-08T14:35:56.978" v="2617" actId="20577"/>
          <ac:spMkLst>
            <pc:docMk/>
            <pc:sldMk cId="3565779213" sldId="273"/>
            <ac:spMk id="2" creationId="{9C784ACA-9376-15C6-DD93-68B5D582FADA}"/>
          </ac:spMkLst>
        </pc:spChg>
        <pc:spChg chg="mod">
          <ac:chgData name="Yoshiharu Hamaguchi" userId="470e288704938fe9" providerId="LiveId" clId="{70332866-803F-45E9-A120-6101FBB807E0}" dt="2025-09-08T14:48:52.592" v="3077" actId="1076"/>
          <ac:spMkLst>
            <pc:docMk/>
            <pc:sldMk cId="3565779213" sldId="273"/>
            <ac:spMk id="12" creationId="{E944DFBB-A102-FEAA-D487-BCBEE3A4BD63}"/>
          </ac:spMkLst>
        </pc:spChg>
        <pc:graphicFrameChg chg="add mod modGraphic">
          <ac:chgData name="Yoshiharu Hamaguchi" userId="470e288704938fe9" providerId="LiveId" clId="{70332866-803F-45E9-A120-6101FBB807E0}" dt="2025-09-08T14:48:55.172" v="3078" actId="1076"/>
          <ac:graphicFrameMkLst>
            <pc:docMk/>
            <pc:sldMk cId="3565779213" sldId="273"/>
            <ac:graphicFrameMk id="3" creationId="{BB32AE2C-65C1-A108-C432-F1FF4EBEB96B}"/>
          </ac:graphicFrameMkLst>
        </pc:graphicFrameChg>
      </pc:sldChg>
      <pc:sldChg chg="addSp modSp add mod">
        <pc:chgData name="Yoshiharu Hamaguchi" userId="470e288704938fe9" providerId="LiveId" clId="{70332866-803F-45E9-A120-6101FBB807E0}" dt="2025-09-08T14:56:44.792" v="4266"/>
        <pc:sldMkLst>
          <pc:docMk/>
          <pc:sldMk cId="2114986016" sldId="274"/>
        </pc:sldMkLst>
        <pc:spChg chg="mod">
          <ac:chgData name="Yoshiharu Hamaguchi" userId="470e288704938fe9" providerId="LiveId" clId="{70332866-803F-45E9-A120-6101FBB807E0}" dt="2025-09-08T14:06:42.942" v="2396" actId="20577"/>
          <ac:spMkLst>
            <pc:docMk/>
            <pc:sldMk cId="2114986016" sldId="274"/>
            <ac:spMk id="2" creationId="{9C784ACA-9376-15C6-DD93-68B5D582FADA}"/>
          </ac:spMkLst>
        </pc:spChg>
        <pc:spChg chg="mod">
          <ac:chgData name="Yoshiharu Hamaguchi" userId="470e288704938fe9" providerId="LiveId" clId="{70332866-803F-45E9-A120-6101FBB807E0}" dt="2025-09-08T14:56:44.792" v="4266"/>
          <ac:spMkLst>
            <pc:docMk/>
            <pc:sldMk cId="2114986016" sldId="274"/>
            <ac:spMk id="12" creationId="{E944DFBB-A102-FEAA-D487-BCBEE3A4BD63}"/>
          </ac:spMkLst>
        </pc:spChg>
        <pc:picChg chg="add mod">
          <ac:chgData name="Yoshiharu Hamaguchi" userId="470e288704938fe9" providerId="LiveId" clId="{70332866-803F-45E9-A120-6101FBB807E0}" dt="2025-09-08T14:30:40.720" v="2574" actId="1036"/>
          <ac:picMkLst>
            <pc:docMk/>
            <pc:sldMk cId="2114986016" sldId="274"/>
            <ac:picMk id="3" creationId="{7E3945CA-055B-F40B-6033-6F28B417F04D}"/>
          </ac:picMkLst>
        </pc:picChg>
      </pc:sldChg>
      <pc:sldChg chg="delSp modSp add mod">
        <pc:chgData name="Yoshiharu Hamaguchi" userId="470e288704938fe9" providerId="LiveId" clId="{70332866-803F-45E9-A120-6101FBB807E0}" dt="2025-09-08T14:54:43.380" v="4101" actId="20577"/>
        <pc:sldMkLst>
          <pc:docMk/>
          <pc:sldMk cId="914960372" sldId="275"/>
        </pc:sldMkLst>
        <pc:spChg chg="mod">
          <ac:chgData name="Yoshiharu Hamaguchi" userId="470e288704938fe9" providerId="LiveId" clId="{70332866-803F-45E9-A120-6101FBB807E0}" dt="2025-09-08T14:54:43.380" v="4101" actId="20577"/>
          <ac:spMkLst>
            <pc:docMk/>
            <pc:sldMk cId="914960372" sldId="275"/>
            <ac:spMk id="2" creationId="{9C784ACA-9376-15C6-DD93-68B5D582FADA}"/>
          </ac:spMkLst>
        </pc:spChg>
        <pc:spChg chg="mod">
          <ac:chgData name="Yoshiharu Hamaguchi" userId="470e288704938fe9" providerId="LiveId" clId="{70332866-803F-45E9-A120-6101FBB807E0}" dt="2025-09-08T14:52:48.660" v="3756" actId="20577"/>
          <ac:spMkLst>
            <pc:docMk/>
            <pc:sldMk cId="914960372" sldId="275"/>
            <ac:spMk id="12" creationId="{E944DFBB-A102-FEAA-D487-BCBEE3A4BD63}"/>
          </ac:spMkLst>
        </pc:spChg>
      </pc:sldChg>
      <pc:sldChg chg="addSp delSp modSp add del mod">
        <pc:chgData name="Yoshiharu Hamaguchi" userId="470e288704938fe9" providerId="LiveId" clId="{70332866-803F-45E9-A120-6101FBB807E0}" dt="2025-09-08T14:29:29.771" v="2540" actId="47"/>
        <pc:sldMkLst>
          <pc:docMk/>
          <pc:sldMk cId="3512689603" sldId="275"/>
        </pc:sldMkLst>
      </pc:sldChg>
      <pc:sldChg chg="modSp add mod">
        <pc:chgData name="Yoshiharu Hamaguchi" userId="470e288704938fe9" providerId="LiveId" clId="{70332866-803F-45E9-A120-6101FBB807E0}" dt="2025-09-08T14:54:17.815" v="4085" actId="20577"/>
        <pc:sldMkLst>
          <pc:docMk/>
          <pc:sldMk cId="11239393" sldId="276"/>
        </pc:sldMkLst>
        <pc:spChg chg="mod">
          <ac:chgData name="Yoshiharu Hamaguchi" userId="470e288704938fe9" providerId="LiveId" clId="{70332866-803F-45E9-A120-6101FBB807E0}" dt="2025-09-08T14:53:27.147" v="3866" actId="20577"/>
          <ac:spMkLst>
            <pc:docMk/>
            <pc:sldMk cId="11239393" sldId="276"/>
            <ac:spMk id="2" creationId="{9C784ACA-9376-15C6-DD93-68B5D582FADA}"/>
          </ac:spMkLst>
        </pc:spChg>
        <pc:spChg chg="mod">
          <ac:chgData name="Yoshiharu Hamaguchi" userId="470e288704938fe9" providerId="LiveId" clId="{70332866-803F-45E9-A120-6101FBB807E0}" dt="2025-09-08T14:54:17.815" v="4085" actId="20577"/>
          <ac:spMkLst>
            <pc:docMk/>
            <pc:sldMk cId="11239393" sldId="276"/>
            <ac:spMk id="12" creationId="{E944DFBB-A102-FEAA-D487-BCBEE3A4BD63}"/>
          </ac:spMkLst>
        </pc:spChg>
      </pc:sldChg>
      <pc:sldChg chg="modSp add mod">
        <pc:chgData name="Yoshiharu Hamaguchi" userId="470e288704938fe9" providerId="LiveId" clId="{70332866-803F-45E9-A120-6101FBB807E0}" dt="2025-09-08T14:55:11.230" v="4201" actId="20577"/>
        <pc:sldMkLst>
          <pc:docMk/>
          <pc:sldMk cId="2816348142" sldId="277"/>
        </pc:sldMkLst>
        <pc:spChg chg="mod">
          <ac:chgData name="Yoshiharu Hamaguchi" userId="470e288704938fe9" providerId="LiveId" clId="{70332866-803F-45E9-A120-6101FBB807E0}" dt="2025-09-08T14:54:58.097" v="4136" actId="20577"/>
          <ac:spMkLst>
            <pc:docMk/>
            <pc:sldMk cId="2816348142" sldId="277"/>
            <ac:spMk id="2" creationId="{9C784ACA-9376-15C6-DD93-68B5D582FADA}"/>
          </ac:spMkLst>
        </pc:spChg>
        <pc:spChg chg="mod">
          <ac:chgData name="Yoshiharu Hamaguchi" userId="470e288704938fe9" providerId="LiveId" clId="{70332866-803F-45E9-A120-6101FBB807E0}" dt="2025-09-08T14:55:11.230" v="4201" actId="20577"/>
          <ac:spMkLst>
            <pc:docMk/>
            <pc:sldMk cId="2816348142" sldId="277"/>
            <ac:spMk id="12" creationId="{E944DFBB-A102-FEAA-D487-BCBEE3A4BD63}"/>
          </ac:spMkLst>
        </pc:spChg>
      </pc:sldChg>
    </pc:docChg>
  </pc:docChgLst>
  <pc:docChgLst>
    <pc:chgData name="Yoshiharu Hamaguchi" userId="470e288704938fe9" providerId="LiveId" clId="{7FF04D8D-0E5C-4D85-91C7-38CEECAF421B}"/>
    <pc:docChg chg="delSld modSld">
      <pc:chgData name="Yoshiharu Hamaguchi" userId="470e288704938fe9" providerId="LiveId" clId="{7FF04D8D-0E5C-4D85-91C7-38CEECAF421B}" dt="2024-08-30T00:39:52.340" v="69" actId="47"/>
      <pc:docMkLst>
        <pc:docMk/>
      </pc:docMkLst>
      <pc:sldChg chg="modSp mod">
        <pc:chgData name="Yoshiharu Hamaguchi" userId="470e288704938fe9" providerId="LiveId" clId="{7FF04D8D-0E5C-4D85-91C7-38CEECAF421B}" dt="2024-08-30T00:31:13.672" v="66" actId="6549"/>
        <pc:sldMkLst>
          <pc:docMk/>
          <pc:sldMk cId="634982452" sldId="256"/>
        </pc:sldMkLst>
      </pc:sldChg>
      <pc:sldChg chg="del">
        <pc:chgData name="Yoshiharu Hamaguchi" userId="470e288704938fe9" providerId="LiveId" clId="{7FF04D8D-0E5C-4D85-91C7-38CEECAF421B}" dt="2024-08-30T00:39:52.340" v="69" actId="47"/>
        <pc:sldMkLst>
          <pc:docMk/>
          <pc:sldMk cId="3586103662" sldId="259"/>
        </pc:sldMkLst>
      </pc:sldChg>
      <pc:sldChg chg="del">
        <pc:chgData name="Yoshiharu Hamaguchi" userId="470e288704938fe9" providerId="LiveId" clId="{7FF04D8D-0E5C-4D85-91C7-38CEECAF421B}" dt="2024-08-30T00:39:51.276" v="67" actId="47"/>
        <pc:sldMkLst>
          <pc:docMk/>
          <pc:sldMk cId="3422986759" sldId="260"/>
        </pc:sldMkLst>
      </pc:sldChg>
      <pc:sldChg chg="del">
        <pc:chgData name="Yoshiharu Hamaguchi" userId="470e288704938fe9" providerId="LiveId" clId="{7FF04D8D-0E5C-4D85-91C7-38CEECAF421B}" dt="2024-08-30T00:39:51.823" v="68" actId="47"/>
        <pc:sldMkLst>
          <pc:docMk/>
          <pc:sldMk cId="1265752602" sldId="261"/>
        </pc:sldMkLst>
      </pc:sldChg>
    </pc:docChg>
  </pc:docChgLst>
  <pc:docChgLst>
    <pc:chgData name="Yoshiharu Hamaguchi" userId="470e288704938fe9" providerId="LiveId" clId="{08F20566-51F3-49C8-9CDF-DEA9540ACD2F}"/>
    <pc:docChg chg="undo custSel addSld delSld modSld sldOrd">
      <pc:chgData name="Yoshiharu Hamaguchi" userId="470e288704938fe9" providerId="LiveId" clId="{08F20566-51F3-49C8-9CDF-DEA9540ACD2F}" dt="2024-09-25T15:53:03.646" v="474" actId="20577"/>
      <pc:docMkLst>
        <pc:docMk/>
      </pc:docMkLst>
      <pc:sldChg chg="modSp mod">
        <pc:chgData name="Yoshiharu Hamaguchi" userId="470e288704938fe9" providerId="LiveId" clId="{08F20566-51F3-49C8-9CDF-DEA9540ACD2F}" dt="2024-09-25T15:43:56.065" v="124" actId="6549"/>
        <pc:sldMkLst>
          <pc:docMk/>
          <pc:sldMk cId="634982452" sldId="256"/>
        </pc:sldMkLst>
      </pc:sldChg>
      <pc:sldChg chg="addSp delSp modSp mod">
        <pc:chgData name="Yoshiharu Hamaguchi" userId="470e288704938fe9" providerId="LiveId" clId="{08F20566-51F3-49C8-9CDF-DEA9540ACD2F}" dt="2024-09-25T15:51:36.416" v="427" actId="20577"/>
        <pc:sldMkLst>
          <pc:docMk/>
          <pc:sldMk cId="4019972730" sldId="262"/>
        </pc:sldMkLst>
      </pc:sldChg>
      <pc:sldChg chg="del">
        <pc:chgData name="Yoshiharu Hamaguchi" userId="470e288704938fe9" providerId="LiveId" clId="{08F20566-51F3-49C8-9CDF-DEA9540ACD2F}" dt="2024-09-25T15:50:37.789" v="296" actId="47"/>
        <pc:sldMkLst>
          <pc:docMk/>
          <pc:sldMk cId="958570635" sldId="263"/>
        </pc:sldMkLst>
      </pc:sldChg>
      <pc:sldChg chg="modSp mod">
        <pc:chgData name="Yoshiharu Hamaguchi" userId="470e288704938fe9" providerId="LiveId" clId="{08F20566-51F3-49C8-9CDF-DEA9540ACD2F}" dt="2024-09-25T15:53:03.646" v="474" actId="20577"/>
        <pc:sldMkLst>
          <pc:docMk/>
          <pc:sldMk cId="3365730422" sldId="264"/>
        </pc:sldMkLst>
      </pc:sldChg>
      <pc:sldChg chg="del">
        <pc:chgData name="Yoshiharu Hamaguchi" userId="470e288704938fe9" providerId="LiveId" clId="{08F20566-51F3-49C8-9CDF-DEA9540ACD2F}" dt="2024-09-25T15:50:39.599" v="297" actId="47"/>
        <pc:sldMkLst>
          <pc:docMk/>
          <pc:sldMk cId="3485624740" sldId="265"/>
        </pc:sldMkLst>
      </pc:sldChg>
      <pc:sldChg chg="delSp modSp mod">
        <pc:chgData name="Yoshiharu Hamaguchi" userId="470e288704938fe9" providerId="LiveId" clId="{08F20566-51F3-49C8-9CDF-DEA9540ACD2F}" dt="2024-09-25T15:52:33.745" v="458" actId="478"/>
        <pc:sldMkLst>
          <pc:docMk/>
          <pc:sldMk cId="3544669301" sldId="266"/>
        </pc:sldMkLst>
      </pc:sldChg>
      <pc:sldChg chg="del">
        <pc:chgData name="Yoshiharu Hamaguchi" userId="470e288704938fe9" providerId="LiveId" clId="{08F20566-51F3-49C8-9CDF-DEA9540ACD2F}" dt="2024-09-25T15:50:42.170" v="298" actId="47"/>
        <pc:sldMkLst>
          <pc:docMk/>
          <pc:sldMk cId="768576187" sldId="267"/>
        </pc:sldMkLst>
      </pc:sldChg>
      <pc:sldChg chg="addSp delSp modSp del mod">
        <pc:chgData name="Yoshiharu Hamaguchi" userId="470e288704938fe9" providerId="LiveId" clId="{08F20566-51F3-49C8-9CDF-DEA9540ACD2F}" dt="2024-09-25T15:41:10.723" v="109" actId="47"/>
        <pc:sldMkLst>
          <pc:docMk/>
          <pc:sldMk cId="840589698" sldId="268"/>
        </pc:sldMkLst>
      </pc:sldChg>
      <pc:sldChg chg="modSp mod ord">
        <pc:chgData name="Yoshiharu Hamaguchi" userId="470e288704938fe9" providerId="LiveId" clId="{08F20566-51F3-49C8-9CDF-DEA9540ACD2F}" dt="2024-09-25T15:52:57.338" v="469" actId="20577"/>
        <pc:sldMkLst>
          <pc:docMk/>
          <pc:sldMk cId="2142688305" sldId="269"/>
        </pc:sldMkLst>
      </pc:sldChg>
      <pc:sldChg chg="addSp delSp modSp add mod">
        <pc:chgData name="Yoshiharu Hamaguchi" userId="470e288704938fe9" providerId="LiveId" clId="{08F20566-51F3-49C8-9CDF-DEA9540ACD2F}" dt="2024-09-25T15:50:15.105" v="295" actId="14100"/>
        <pc:sldMkLst>
          <pc:docMk/>
          <pc:sldMk cId="2038620804" sldId="270"/>
        </pc:sldMkLst>
      </pc:sldChg>
    </pc:docChg>
  </pc:docChgLst>
  <pc:docChgLst>
    <pc:chgData name="Yoshiharu Hamaguchi" userId="470e288704938fe9" providerId="LiveId" clId="{BB707640-BCAD-4A3C-ADA2-8BDB0DCAA2EB}"/>
    <pc:docChg chg="modSld">
      <pc:chgData name="Yoshiharu Hamaguchi" userId="470e288704938fe9" providerId="LiveId" clId="{BB707640-BCAD-4A3C-ADA2-8BDB0DCAA2EB}" dt="2024-10-07T23:12:48.212" v="0" actId="15"/>
      <pc:docMkLst>
        <pc:docMk/>
      </pc:docMkLst>
      <pc:sldChg chg="modSp mod">
        <pc:chgData name="Yoshiharu Hamaguchi" userId="470e288704938fe9" providerId="LiveId" clId="{BB707640-BCAD-4A3C-ADA2-8BDB0DCAA2EB}" dt="2024-10-07T23:12:48.212" v="0" actId="15"/>
        <pc:sldMkLst>
          <pc:docMk/>
          <pc:sldMk cId="3365730422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23B80-E8D9-435B-A6E4-76A811B061C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AB98A-B502-4EB7-B22F-023A491565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984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AB98A-B502-4EB7-B22F-023A491565A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587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AB98A-B502-4EB7-B22F-023A491565A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05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BAB0D-BC5E-6653-04A1-63D29C9AC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82A148-FC9A-086D-9CB8-3138DCBE2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2582BC-59E5-16E5-45F6-F4BB253F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0264D8-5FFD-45DB-CF47-8ADB966C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E109B4-CF29-6001-0938-7AD637CF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01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AC796-D792-B2E8-C819-8C15EAD6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D90211-45C6-B623-D04A-664F354FF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FF9BC5-7C5B-2A78-C4B2-B0547E2F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3002B5-EBC2-28E6-096A-FEF5B776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731704-F92C-0A74-BFFE-B9AC67B7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1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792D6D-9687-A676-F547-4EC52940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3BEB69-B094-1602-E75A-FE732A2DA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71653C-8BCE-8332-CC16-EE83B99F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4CFBE6-538C-4DF7-3D6B-4FF0D12D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433328-5629-F95B-AD7D-3C84F88F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59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3C2CB1-DCD6-9070-A14A-3D33A7E9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71F067-2C37-0DE8-1954-553A4A4DE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B6691D-9A4C-F90F-C83F-B5955B1B0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9827F4-F96C-9CF8-8258-2D7200BFD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2E0CA3-6D78-96DD-3EF3-3A3FB247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ADA621-4A5E-86D1-DDAB-0DB153B1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31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D479D-0782-AB1E-2F73-D41DEE75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7F6B47-E2D6-54A9-1FDA-F079D33B9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9C21EA-A153-CCFE-AB55-FA997EF25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2BA453-4923-7661-501F-E189547CC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245810-E328-C08A-E441-E535829A3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4E993D6-A452-73F9-EF7B-322D1B6B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CC1172B-C6D5-3F92-3CC7-8A6984E1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2FBCBC-5AA8-3F5C-98A7-4FF607D6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80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1993C3-79DC-B413-AA67-20B449CD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443713B-8559-AF35-FB38-BED6A7C7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9AAE60A-E161-8D9E-6614-1BC128211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3AD3F7-DC9F-0034-849E-45C3EFC6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7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1F0CEB-07E6-BB99-02F3-51207D33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32D4F1-371A-B04C-0EAB-2A516C4CB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2C58DE-F7FC-D29F-3D47-FEC90451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85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7CB9F-9525-5457-98A5-47D66E02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88F5C2-DDA8-DBA3-6558-2D7668928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EC735A-7B60-1380-15BB-D09EE51AF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5E94756-D8AE-A267-CDA6-96939690A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14A1F6-1102-194F-5863-88537C7E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4231B4-8C75-8BE1-4EB8-8D4A9857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141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2CC8E-13CB-B2A7-1558-E3707B615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369E3F1-4083-D92F-478A-9A4FFA6E9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E977C58-0A9F-7900-38B3-6898556E3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F518B7-7DAC-7423-473C-9D562B4A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A6D0CC-16E9-D009-16B4-05C01B6BF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AD942C-09CB-DA11-4FF1-753B4A42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18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49D4C5-533C-9635-C421-70C0A1F5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CF0F36-7714-71CE-1DB5-A52C02097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416463-62CE-D96C-4B6A-D3F33C1F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163F17-678B-DDF8-496F-DC3A4B4A6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79D320-C0B6-E84E-2024-0A689F76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06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694536-CCDD-03AD-BC96-6A9D3B1A4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994F37-3382-49B1-A7D4-3E8A02AA2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101AE0-F036-20D1-012A-C066BED7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D783E3-9663-5DDF-B54D-99018C8E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6898E2-A55F-E6BB-CBC0-3F56C12B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500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6FF4083-A477-3ED5-156C-AD40750C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E7CA38-54DD-7CFB-256B-D25158F17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A4EA3A-2140-DA0F-A603-B97273FED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7246E-3903-4E01-B28D-BFF5567D65C3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0E37FC-FE1A-627D-C1B9-396FE265B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101B58-2867-60AD-B309-1CE6972C5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15255-A4EB-4CA9-80B8-E45544343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378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rpc.io/docs/what-is-grpc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qiita.com/hikarunakatani/items/06f4e3e6ef97858094e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0D190A-A8DB-32F1-0D56-13F6D381B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gRPC</a:t>
            </a:r>
            <a:r>
              <a:rPr kumimoji="1" lang="ja-JP" altLang="en-US" dirty="0"/>
              <a:t>について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C817A74-920C-0926-7C76-24BA4993B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252" y="3602038"/>
            <a:ext cx="10559498" cy="1655762"/>
          </a:xfrm>
        </p:spPr>
        <p:txBody>
          <a:bodyPr/>
          <a:lstStyle/>
          <a:p>
            <a:r>
              <a:rPr lang="en-US" altLang="ja-JP" dirty="0"/>
              <a:t>- </a:t>
            </a:r>
            <a:r>
              <a:rPr lang="en-US" altLang="ja-JP" dirty="0" err="1"/>
              <a:t>gRPC</a:t>
            </a:r>
            <a:r>
              <a:rPr lang="ja-JP" altLang="en-US" dirty="0"/>
              <a:t>が提供する軽量・高効率なリモートプロシージャコールのしくみ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498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en-US" altLang="ja-JP" dirty="0" err="1"/>
              <a:t>gRPC</a:t>
            </a:r>
            <a:r>
              <a:rPr lang="ja-JP" altLang="en-US" dirty="0"/>
              <a:t>とは？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sz="2400" dirty="0" err="1"/>
              <a:t>gRPC</a:t>
            </a:r>
            <a:r>
              <a:rPr lang="ja-JP" altLang="en-US" sz="2400" dirty="0"/>
              <a:t>は、</a:t>
            </a:r>
            <a:r>
              <a:rPr lang="en-US" altLang="ja-JP" sz="2400" dirty="0"/>
              <a:t>Google</a:t>
            </a:r>
            <a:r>
              <a:rPr lang="ja-JP" altLang="en-US" sz="2400" dirty="0"/>
              <a:t>が開発したオープンソースの高性能</a:t>
            </a:r>
            <a:r>
              <a:rPr lang="ja-JP" altLang="en-US" sz="2400" dirty="0">
                <a:solidFill>
                  <a:srgbClr val="FF0000"/>
                </a:solidFill>
              </a:rPr>
              <a:t>リモートプロシージャコール（</a:t>
            </a:r>
            <a:r>
              <a:rPr lang="en-US" altLang="ja-JP" sz="2400" dirty="0">
                <a:solidFill>
                  <a:srgbClr val="FF0000"/>
                </a:solidFill>
              </a:rPr>
              <a:t>RPC</a:t>
            </a:r>
            <a:r>
              <a:rPr lang="ja-JP" altLang="en-US" sz="2400" dirty="0">
                <a:solidFill>
                  <a:srgbClr val="FF0000"/>
                </a:solidFill>
              </a:rPr>
              <a:t>）</a:t>
            </a:r>
            <a:r>
              <a:rPr lang="ja-JP" altLang="en-US" sz="2400" dirty="0"/>
              <a:t>のフレームワークです。</a:t>
            </a:r>
            <a:endParaRPr lang="en-US" altLang="ja-JP" sz="2400" dirty="0"/>
          </a:p>
          <a:p>
            <a:pPr lvl="1"/>
            <a:r>
              <a:rPr lang="en-US" altLang="ja-JP" sz="2000" dirty="0">
                <a:hlinkClick r:id="rId2"/>
              </a:rPr>
              <a:t>What is </a:t>
            </a:r>
            <a:r>
              <a:rPr lang="en-US" altLang="ja-JP" sz="2000" dirty="0" err="1">
                <a:hlinkClick r:id="rId2"/>
              </a:rPr>
              <a:t>gRPC</a:t>
            </a:r>
            <a:r>
              <a:rPr lang="en-US" altLang="ja-JP" sz="2000" dirty="0">
                <a:hlinkClick r:id="rId2"/>
              </a:rPr>
              <a:t>? | </a:t>
            </a:r>
            <a:r>
              <a:rPr lang="en-US" altLang="ja-JP" sz="2000" dirty="0" err="1">
                <a:hlinkClick r:id="rId2"/>
              </a:rPr>
              <a:t>gRPC</a:t>
            </a:r>
            <a:endParaRPr lang="en-US" altLang="ja-JP" sz="2000" dirty="0"/>
          </a:p>
          <a:p>
            <a:endParaRPr lang="en-US" altLang="ja-JP" sz="2400" dirty="0"/>
          </a:p>
          <a:p>
            <a:r>
              <a:rPr lang="ja-JP" altLang="en-US" sz="2400" dirty="0"/>
              <a:t>特徴としては、以下の</a:t>
            </a:r>
            <a:r>
              <a:rPr lang="en-US" altLang="ja-JP" sz="2400" dirty="0"/>
              <a:t>3</a:t>
            </a:r>
            <a:r>
              <a:rPr lang="ja-JP" altLang="en-US" sz="2400" dirty="0"/>
              <a:t>つが挙げられます</a:t>
            </a:r>
            <a:endParaRPr lang="en-US" altLang="ja-JP" sz="2400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ja-JP" dirty="0">
                <a:solidFill>
                  <a:srgbClr val="FF0000"/>
                </a:solidFill>
              </a:rPr>
              <a:t>Protocol Buffers (</a:t>
            </a:r>
            <a:r>
              <a:rPr lang="en-US" altLang="ja-JP" dirty="0" err="1">
                <a:solidFill>
                  <a:srgbClr val="FF0000"/>
                </a:solidFill>
              </a:rPr>
              <a:t>protobuf</a:t>
            </a:r>
            <a:r>
              <a:rPr lang="ja-JP" altLang="en-US" dirty="0">
                <a:solidFill>
                  <a:srgbClr val="FF0000"/>
                </a:solidFill>
              </a:rPr>
              <a:t>）</a:t>
            </a:r>
            <a:r>
              <a:rPr lang="ja-JP" altLang="en-US" dirty="0"/>
              <a:t>の使用</a:t>
            </a:r>
            <a:endParaRPr lang="en-US" altLang="ja-JP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ja-JP" dirty="0">
                <a:solidFill>
                  <a:srgbClr val="FF0000"/>
                </a:solidFill>
              </a:rPr>
              <a:t>HTTP/2 </a:t>
            </a:r>
            <a:r>
              <a:rPr lang="ja-JP" altLang="en-US" dirty="0">
                <a:solidFill>
                  <a:srgbClr val="FF0000"/>
                </a:solidFill>
              </a:rPr>
              <a:t>ベース</a:t>
            </a:r>
            <a:endParaRPr lang="en-US" altLang="ja-JP" dirty="0">
              <a:solidFill>
                <a:srgbClr val="FF0000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ja-JP" altLang="en-US" dirty="0"/>
              <a:t>多言語対応</a:t>
            </a:r>
            <a:endParaRPr lang="en-US" altLang="ja-JP" dirty="0"/>
          </a:p>
          <a:p>
            <a:pPr lvl="2"/>
            <a:r>
              <a:rPr lang="en-US" altLang="ja-JP" dirty="0"/>
              <a:t>C, </a:t>
            </a:r>
            <a:r>
              <a:rPr lang="en-US" altLang="ja-JP" dirty="0">
                <a:solidFill>
                  <a:srgbClr val="FF0000"/>
                </a:solidFill>
              </a:rPr>
              <a:t>C++, </a:t>
            </a:r>
            <a:r>
              <a:rPr lang="en-US" altLang="ja-JP" dirty="0"/>
              <a:t>Java, Python, Go, Rust, C#</a:t>
            </a:r>
            <a:r>
              <a:rPr lang="ja-JP" altLang="en-US" dirty="0"/>
              <a:t>など多くの言語をサポートしています。</a:t>
            </a:r>
            <a:endParaRPr lang="en-US" altLang="ja-JP" dirty="0"/>
          </a:p>
          <a:p>
            <a:pPr marL="800100" lvl="1" indent="-342900">
              <a:buFont typeface="+mj-lt"/>
              <a:buAutoNum type="arabicPeriod"/>
            </a:pPr>
            <a:endParaRPr lang="en-US" altLang="ja-JP" dirty="0"/>
          </a:p>
          <a:p>
            <a:pPr>
              <a:buFontTx/>
              <a:buChar char="-"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7350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A2945F19-147E-ADB5-8E8B-2ECBAA18220E}"/>
              </a:ext>
            </a:extLst>
          </p:cNvPr>
          <p:cNvSpPr/>
          <p:nvPr/>
        </p:nvSpPr>
        <p:spPr>
          <a:xfrm>
            <a:off x="1828800" y="1679713"/>
            <a:ext cx="4094922" cy="2643809"/>
          </a:xfrm>
          <a:prstGeom prst="wedgeRectCallout">
            <a:avLst>
              <a:gd name="adj1" fmla="val -8940"/>
              <a:gd name="adj2" fmla="val 6062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フローチャート: 処理 36">
            <a:extLst>
              <a:ext uri="{FF2B5EF4-FFF2-40B4-BE49-F238E27FC236}">
                <a16:creationId xmlns:a16="http://schemas.microsoft.com/office/drawing/2014/main" id="{978DCBE0-9A16-76D6-6FED-EA8FBA473E15}"/>
              </a:ext>
            </a:extLst>
          </p:cNvPr>
          <p:cNvSpPr/>
          <p:nvPr/>
        </p:nvSpPr>
        <p:spPr>
          <a:xfrm>
            <a:off x="2027583" y="1918253"/>
            <a:ext cx="3629066" cy="224233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19" y="126662"/>
            <a:ext cx="10489721" cy="749282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プロシージャコールとは？</a:t>
            </a:r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448" y="1008367"/>
            <a:ext cx="10996856" cy="8453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dirty="0"/>
              <a:t>まず、プロシージャコールとは、同一プロセス内の関数コールのことです</a:t>
            </a:r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E83DDD-3399-DB5E-C6F2-9D63F302D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883" y="2228837"/>
            <a:ext cx="2751756" cy="1813794"/>
          </a:xfrm>
          <a:prstGeom prst="rect">
            <a:avLst/>
          </a:prstGeom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D6B9733B-A88B-1FE8-3771-256B627D2ACB}"/>
              </a:ext>
            </a:extLst>
          </p:cNvPr>
          <p:cNvCxnSpPr>
            <a:cxnSpLocks/>
          </p:cNvCxnSpPr>
          <p:nvPr/>
        </p:nvCxnSpPr>
        <p:spPr>
          <a:xfrm>
            <a:off x="3065126" y="2892287"/>
            <a:ext cx="212031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0" name="グラフィックス 19" descr="環状の矢印 単色塗りつぶし">
            <a:extLst>
              <a:ext uri="{FF2B5EF4-FFF2-40B4-BE49-F238E27FC236}">
                <a16:creationId xmlns:a16="http://schemas.microsoft.com/office/drawing/2014/main" id="{574DF10B-344C-A477-8A39-DD0423B591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9084" y="1926484"/>
            <a:ext cx="529298" cy="494255"/>
          </a:xfrm>
          <a:prstGeom prst="rect">
            <a:avLst/>
          </a:prstGeom>
        </p:spPr>
      </p:pic>
      <p:sp>
        <p:nvSpPr>
          <p:cNvPr id="22" name="コンテンツ プレースホルダー 11">
            <a:extLst>
              <a:ext uri="{FF2B5EF4-FFF2-40B4-BE49-F238E27FC236}">
                <a16:creationId xmlns:a16="http://schemas.microsoft.com/office/drawing/2014/main" id="{56BE8462-3D0B-0F42-6A72-9DFD129725D4}"/>
              </a:ext>
            </a:extLst>
          </p:cNvPr>
          <p:cNvSpPr txBox="1">
            <a:spLocks/>
          </p:cNvSpPr>
          <p:nvPr/>
        </p:nvSpPr>
        <p:spPr>
          <a:xfrm>
            <a:off x="2427709" y="1985633"/>
            <a:ext cx="2259412" cy="546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1600" b="1" dirty="0">
                <a:solidFill>
                  <a:schemeClr val="bg1"/>
                </a:solidFill>
              </a:rPr>
              <a:t>同一プロセス内</a:t>
            </a:r>
            <a:endParaRPr lang="en-US" altLang="ja-JP" sz="1600" b="1" dirty="0">
              <a:solidFill>
                <a:schemeClr val="bg1"/>
              </a:solidFill>
            </a:endParaRPr>
          </a:p>
        </p:txBody>
      </p:sp>
      <p:pic>
        <p:nvPicPr>
          <p:cNvPr id="18" name="グラフィックス 17" descr="ノート PC 単色塗りつぶし">
            <a:extLst>
              <a:ext uri="{FF2B5EF4-FFF2-40B4-BE49-F238E27FC236}">
                <a16:creationId xmlns:a16="http://schemas.microsoft.com/office/drawing/2014/main" id="{BFE47DC8-CD8F-F622-B009-3E6C22E518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6929" y="4168822"/>
            <a:ext cx="2040971" cy="2040971"/>
          </a:xfrm>
          <a:prstGeom prst="rect">
            <a:avLst/>
          </a:prstGeom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74B9FD0-9CCB-A1F7-3BF0-21F1B0591003}"/>
              </a:ext>
            </a:extLst>
          </p:cNvPr>
          <p:cNvCxnSpPr>
            <a:cxnSpLocks/>
          </p:cNvCxnSpPr>
          <p:nvPr/>
        </p:nvCxnSpPr>
        <p:spPr>
          <a:xfrm>
            <a:off x="3253563" y="3685610"/>
            <a:ext cx="164404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矢印: 左カーブ 7">
            <a:extLst>
              <a:ext uri="{FF2B5EF4-FFF2-40B4-BE49-F238E27FC236}">
                <a16:creationId xmlns:a16="http://schemas.microsoft.com/office/drawing/2014/main" id="{3E8349AF-A405-6FB4-D5D5-ED964C619FF7}"/>
              </a:ext>
            </a:extLst>
          </p:cNvPr>
          <p:cNvSpPr/>
          <p:nvPr/>
        </p:nvSpPr>
        <p:spPr>
          <a:xfrm rot="10800000" flipH="1">
            <a:off x="4999382" y="2629941"/>
            <a:ext cx="1057877" cy="1055669"/>
          </a:xfrm>
          <a:prstGeom prst="curvedLeftArrow">
            <a:avLst>
              <a:gd name="adj1" fmla="val 25000"/>
              <a:gd name="adj2" fmla="val 56811"/>
              <a:gd name="adj3" fmla="val 2500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D27D493-2EAF-E2A0-C198-B648D04A4FA7}"/>
              </a:ext>
            </a:extLst>
          </p:cNvPr>
          <p:cNvSpPr txBox="1"/>
          <p:nvPr/>
        </p:nvSpPr>
        <p:spPr>
          <a:xfrm>
            <a:off x="6021019" y="3039422"/>
            <a:ext cx="1160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b="1" dirty="0">
                <a:solidFill>
                  <a:schemeClr val="accent2">
                    <a:lumMod val="50000"/>
                  </a:schemeClr>
                </a:solidFill>
              </a:rPr>
              <a:t>関数コール</a:t>
            </a:r>
            <a:endParaRPr kumimoji="1" lang="ja-JP" altLang="en-US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899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吹き出し: 四角形 49">
            <a:extLst>
              <a:ext uri="{FF2B5EF4-FFF2-40B4-BE49-F238E27FC236}">
                <a16:creationId xmlns:a16="http://schemas.microsoft.com/office/drawing/2014/main" id="{A4465586-956D-F89E-D839-C2DA703394A3}"/>
              </a:ext>
            </a:extLst>
          </p:cNvPr>
          <p:cNvSpPr/>
          <p:nvPr/>
        </p:nvSpPr>
        <p:spPr>
          <a:xfrm>
            <a:off x="756542" y="3850745"/>
            <a:ext cx="3346990" cy="1256401"/>
          </a:xfrm>
          <a:prstGeom prst="wedgeRectCallout">
            <a:avLst>
              <a:gd name="adj1" fmla="val -19609"/>
              <a:gd name="adj2" fmla="val 61055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フローチャート: 処理 61">
            <a:extLst>
              <a:ext uri="{FF2B5EF4-FFF2-40B4-BE49-F238E27FC236}">
                <a16:creationId xmlns:a16="http://schemas.microsoft.com/office/drawing/2014/main" id="{92215028-BFBC-5CB0-96F7-7B07C0F0DEED}"/>
              </a:ext>
            </a:extLst>
          </p:cNvPr>
          <p:cNvSpPr/>
          <p:nvPr/>
        </p:nvSpPr>
        <p:spPr>
          <a:xfrm>
            <a:off x="892743" y="3913431"/>
            <a:ext cx="3106436" cy="105895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5" name="吹き出し: 四角形 34">
            <a:extLst>
              <a:ext uri="{FF2B5EF4-FFF2-40B4-BE49-F238E27FC236}">
                <a16:creationId xmlns:a16="http://schemas.microsoft.com/office/drawing/2014/main" id="{F29F98E3-A156-F7C4-0370-3AB1B1227FA1}"/>
              </a:ext>
            </a:extLst>
          </p:cNvPr>
          <p:cNvSpPr/>
          <p:nvPr/>
        </p:nvSpPr>
        <p:spPr>
          <a:xfrm>
            <a:off x="701474" y="1586529"/>
            <a:ext cx="7843512" cy="1354424"/>
          </a:xfrm>
          <a:prstGeom prst="wedgeRectCallout">
            <a:avLst>
              <a:gd name="adj1" fmla="val -21319"/>
              <a:gd name="adj2" fmla="val 6672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フローチャート: 処理 37">
            <a:extLst>
              <a:ext uri="{FF2B5EF4-FFF2-40B4-BE49-F238E27FC236}">
                <a16:creationId xmlns:a16="http://schemas.microsoft.com/office/drawing/2014/main" id="{74EB806C-63B1-A2FB-8A44-3E75C3DC9869}"/>
              </a:ext>
            </a:extLst>
          </p:cNvPr>
          <p:cNvSpPr/>
          <p:nvPr/>
        </p:nvSpPr>
        <p:spPr>
          <a:xfrm>
            <a:off x="769810" y="1684377"/>
            <a:ext cx="3104282" cy="119888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9" name="フローチャート: 処理 38">
            <a:extLst>
              <a:ext uri="{FF2B5EF4-FFF2-40B4-BE49-F238E27FC236}">
                <a16:creationId xmlns:a16="http://schemas.microsoft.com/office/drawing/2014/main" id="{1C9273D3-58DA-9E3F-0FB6-45D06971E159}"/>
              </a:ext>
            </a:extLst>
          </p:cNvPr>
          <p:cNvSpPr/>
          <p:nvPr/>
        </p:nvSpPr>
        <p:spPr>
          <a:xfrm>
            <a:off x="4743644" y="1684377"/>
            <a:ext cx="3672503" cy="1198889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19" y="126662"/>
            <a:ext cx="10489721" cy="749282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リモートプロシージャコール</a:t>
            </a:r>
            <a:r>
              <a:rPr kumimoji="1" lang="en-US" altLang="ja-JP" dirty="0"/>
              <a:t>(RPC)</a:t>
            </a:r>
            <a:r>
              <a:rPr lang="ja-JP" altLang="en-US" dirty="0"/>
              <a:t>とは？</a:t>
            </a:r>
            <a:endParaRPr kumimoji="1" lang="ja-JP" altLang="en-US" dirty="0"/>
          </a:p>
        </p:txBody>
      </p:sp>
      <p:sp>
        <p:nvSpPr>
          <p:cNvPr id="15" name="コンテンツ プレースホルダー 11">
            <a:extLst>
              <a:ext uri="{FF2B5EF4-FFF2-40B4-BE49-F238E27FC236}">
                <a16:creationId xmlns:a16="http://schemas.microsoft.com/office/drawing/2014/main" id="{7C6EF597-823B-D1E9-EA6E-8B8C2E9C59E9}"/>
              </a:ext>
            </a:extLst>
          </p:cNvPr>
          <p:cNvSpPr txBox="1">
            <a:spLocks/>
          </p:cNvSpPr>
          <p:nvPr/>
        </p:nvSpPr>
        <p:spPr>
          <a:xfrm>
            <a:off x="527975" y="908902"/>
            <a:ext cx="10826790" cy="48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/>
              <a:t>異なるプロセス間 </a:t>
            </a:r>
            <a:r>
              <a:rPr lang="en-US" altLang="ja-JP" sz="2400" dirty="0"/>
              <a:t>or </a:t>
            </a:r>
            <a:r>
              <a:rPr lang="ja-JP" altLang="en-US" sz="2400" dirty="0"/>
              <a:t>コンピュータ間で行われる関数風コールのことです</a:t>
            </a:r>
            <a:endParaRPr lang="en-US" altLang="ja-JP" sz="2400" dirty="0"/>
          </a:p>
          <a:p>
            <a:endParaRPr lang="en-US" altLang="ja-JP" sz="2400" dirty="0"/>
          </a:p>
          <a:p>
            <a:endParaRPr lang="ja-JP" alt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  <p:pic>
        <p:nvPicPr>
          <p:cNvPr id="23" name="グラフィックス 22" descr="ノート PC 単色塗りつぶし">
            <a:extLst>
              <a:ext uri="{FF2B5EF4-FFF2-40B4-BE49-F238E27FC236}">
                <a16:creationId xmlns:a16="http://schemas.microsoft.com/office/drawing/2014/main" id="{E8ED8820-4625-1005-E60E-6A6014183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400" y="3049015"/>
            <a:ext cx="550648" cy="550648"/>
          </a:xfrm>
          <a:prstGeom prst="rect">
            <a:avLst/>
          </a:prstGeom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1F2B9C43-4550-B3D5-7228-B3B01FFCA19F}"/>
              </a:ext>
            </a:extLst>
          </p:cNvPr>
          <p:cNvSpPr txBox="1"/>
          <p:nvPr/>
        </p:nvSpPr>
        <p:spPr>
          <a:xfrm>
            <a:off x="662567" y="1322431"/>
            <a:ext cx="5602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/>
              <a:t>2-1.</a:t>
            </a:r>
            <a:r>
              <a:rPr lang="ja-JP" altLang="en-US" sz="1400" b="1" dirty="0"/>
              <a:t> 異なるプロセス間の通信</a:t>
            </a:r>
            <a:r>
              <a:rPr lang="en-US" altLang="ja-JP" sz="1400" b="1" dirty="0"/>
              <a:t>(IPC)</a:t>
            </a:r>
            <a:r>
              <a:rPr lang="ja-JP" altLang="en-US" sz="1400" b="1" dirty="0"/>
              <a:t>の例：</a:t>
            </a:r>
            <a:r>
              <a:rPr lang="en-US" altLang="ja-JP" sz="1400" b="1" dirty="0"/>
              <a:t>AIDL</a:t>
            </a:r>
            <a:r>
              <a:rPr lang="ja-JP" altLang="en-US" sz="1400" b="1" dirty="0"/>
              <a:t>の場合</a:t>
            </a:r>
            <a:endParaRPr kumimoji="1" lang="ja-JP" altLang="en-US" sz="1400" b="1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91F51B5-2714-6616-7DF2-2365DDF3DCA6}"/>
              </a:ext>
            </a:extLst>
          </p:cNvPr>
          <p:cNvSpPr txBox="1"/>
          <p:nvPr/>
        </p:nvSpPr>
        <p:spPr>
          <a:xfrm>
            <a:off x="608114" y="3508710"/>
            <a:ext cx="4185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b="1" dirty="0">
                <a:solidFill>
                  <a:srgbClr val="00B0F0"/>
                </a:solidFill>
              </a:rPr>
              <a:t>2-2.</a:t>
            </a:r>
            <a:r>
              <a:rPr lang="ja-JP" altLang="en-US" sz="1600" b="1" dirty="0">
                <a:solidFill>
                  <a:srgbClr val="00B0F0"/>
                </a:solidFill>
              </a:rPr>
              <a:t> 異なる</a:t>
            </a:r>
            <a:r>
              <a:rPr lang="en-US" altLang="ja-JP" sz="1600" b="1" dirty="0">
                <a:solidFill>
                  <a:srgbClr val="00B0F0"/>
                </a:solidFill>
              </a:rPr>
              <a:t>PC</a:t>
            </a:r>
            <a:r>
              <a:rPr lang="ja-JP" altLang="en-US" sz="1600" b="1" dirty="0">
                <a:solidFill>
                  <a:srgbClr val="00B0F0"/>
                </a:solidFill>
              </a:rPr>
              <a:t>間の通信の例：</a:t>
            </a:r>
            <a:r>
              <a:rPr lang="en-US" altLang="ja-JP" sz="1600" b="1" dirty="0" err="1">
                <a:solidFill>
                  <a:srgbClr val="00B0F0"/>
                </a:solidFill>
              </a:rPr>
              <a:t>gRPC</a:t>
            </a:r>
            <a:r>
              <a:rPr lang="ja-JP" altLang="en-US" sz="1600" b="1" dirty="0">
                <a:solidFill>
                  <a:srgbClr val="00B0F0"/>
                </a:solidFill>
              </a:rPr>
              <a:t>の場合</a:t>
            </a:r>
            <a:endParaRPr kumimoji="1" lang="ja-JP" altLang="en-US" sz="1600" b="1" dirty="0">
              <a:solidFill>
                <a:srgbClr val="00B0F0"/>
              </a:solidFill>
            </a:endParaRPr>
          </a:p>
        </p:txBody>
      </p:sp>
      <p:pic>
        <p:nvPicPr>
          <p:cNvPr id="48" name="グラフィックス 47" descr="ノート PC 単色塗りつぶし">
            <a:extLst>
              <a:ext uri="{FF2B5EF4-FFF2-40B4-BE49-F238E27FC236}">
                <a16:creationId xmlns:a16="http://schemas.microsoft.com/office/drawing/2014/main" id="{C4E45BF6-1066-B2FE-9749-4516EC41E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5392" y="5107146"/>
            <a:ext cx="690523" cy="690523"/>
          </a:xfrm>
          <a:prstGeom prst="rect">
            <a:avLst/>
          </a:prstGeom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5FCE79B1-48D7-11B5-35ED-D6A16898F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715" y="1793254"/>
            <a:ext cx="2466735" cy="938054"/>
          </a:xfrm>
          <a:prstGeom prst="rect">
            <a:avLst/>
          </a:prstGeom>
        </p:spPr>
      </p:pic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50C80588-BA39-BB1B-9EBC-7BA86DCD3DFE}"/>
              </a:ext>
            </a:extLst>
          </p:cNvPr>
          <p:cNvCxnSpPr>
            <a:cxnSpLocks/>
          </p:cNvCxnSpPr>
          <p:nvPr/>
        </p:nvCxnSpPr>
        <p:spPr>
          <a:xfrm flipV="1">
            <a:off x="1152510" y="2225190"/>
            <a:ext cx="2259412" cy="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6" name="グラフィックス 35" descr="環状の矢印 単色塗りつぶし">
            <a:extLst>
              <a:ext uri="{FF2B5EF4-FFF2-40B4-BE49-F238E27FC236}">
                <a16:creationId xmlns:a16="http://schemas.microsoft.com/office/drawing/2014/main" id="{FC5FA179-03FF-CC31-6F0D-80DF2475DB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474" y="1624017"/>
            <a:ext cx="432219" cy="432219"/>
          </a:xfrm>
          <a:prstGeom prst="rect">
            <a:avLst/>
          </a:prstGeom>
        </p:spPr>
      </p:pic>
      <p:pic>
        <p:nvPicPr>
          <p:cNvPr id="67" name="図 66">
            <a:extLst>
              <a:ext uri="{FF2B5EF4-FFF2-40B4-BE49-F238E27FC236}">
                <a16:creationId xmlns:a16="http://schemas.microsoft.com/office/drawing/2014/main" id="{6EC38E18-03DF-FD22-2794-FC5733BFF1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4025" y="1839335"/>
            <a:ext cx="3536052" cy="977930"/>
          </a:xfrm>
          <a:prstGeom prst="rect">
            <a:avLst/>
          </a:prstGeom>
        </p:spPr>
      </p:pic>
      <p:pic>
        <p:nvPicPr>
          <p:cNvPr id="40" name="グラフィックス 39" descr="環状の矢印 単色塗りつぶし">
            <a:extLst>
              <a:ext uri="{FF2B5EF4-FFF2-40B4-BE49-F238E27FC236}">
                <a16:creationId xmlns:a16="http://schemas.microsoft.com/office/drawing/2014/main" id="{908999EE-F3AA-10DC-2F7D-C95A4183BD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8905" y="1630787"/>
            <a:ext cx="358675" cy="358675"/>
          </a:xfrm>
          <a:prstGeom prst="rect">
            <a:avLst/>
          </a:prstGeom>
        </p:spPr>
      </p:pic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E3C334C1-00B2-CD7D-FFBD-AA0EF65F8EAA}"/>
              </a:ext>
            </a:extLst>
          </p:cNvPr>
          <p:cNvCxnSpPr>
            <a:cxnSpLocks/>
          </p:cNvCxnSpPr>
          <p:nvPr/>
        </p:nvCxnSpPr>
        <p:spPr>
          <a:xfrm>
            <a:off x="5265855" y="2321474"/>
            <a:ext cx="291337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34" name="図 33">
            <a:extLst>
              <a:ext uri="{FF2B5EF4-FFF2-40B4-BE49-F238E27FC236}">
                <a16:creationId xmlns:a16="http://schemas.microsoft.com/office/drawing/2014/main" id="{BD642750-7A0F-7212-B5F3-27190BDA03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1781" y="1989462"/>
            <a:ext cx="1727414" cy="1107042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</p:pic>
      <p:sp>
        <p:nvSpPr>
          <p:cNvPr id="41" name="矢印: 右 40">
            <a:extLst>
              <a:ext uri="{FF2B5EF4-FFF2-40B4-BE49-F238E27FC236}">
                <a16:creationId xmlns:a16="http://schemas.microsoft.com/office/drawing/2014/main" id="{D806922E-66A0-45A4-2289-14DBBE6DE243}"/>
              </a:ext>
            </a:extLst>
          </p:cNvPr>
          <p:cNvSpPr/>
          <p:nvPr/>
        </p:nvSpPr>
        <p:spPr>
          <a:xfrm rot="244232">
            <a:off x="3453304" y="2111139"/>
            <a:ext cx="1767538" cy="22218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吹き出し: 四角形 76">
            <a:extLst>
              <a:ext uri="{FF2B5EF4-FFF2-40B4-BE49-F238E27FC236}">
                <a16:creationId xmlns:a16="http://schemas.microsoft.com/office/drawing/2014/main" id="{9AB3BC9D-D553-16EE-4E10-408C05D2A487}"/>
              </a:ext>
            </a:extLst>
          </p:cNvPr>
          <p:cNvSpPr/>
          <p:nvPr/>
        </p:nvSpPr>
        <p:spPr>
          <a:xfrm>
            <a:off x="4735240" y="3857941"/>
            <a:ext cx="3956283" cy="1815219"/>
          </a:xfrm>
          <a:prstGeom prst="wedgeRectCallout">
            <a:avLst>
              <a:gd name="adj1" fmla="val -21151"/>
              <a:gd name="adj2" fmla="val 61892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フローチャート: 処理 77">
            <a:extLst>
              <a:ext uri="{FF2B5EF4-FFF2-40B4-BE49-F238E27FC236}">
                <a16:creationId xmlns:a16="http://schemas.microsoft.com/office/drawing/2014/main" id="{3C6D5334-9F95-BED7-30BE-410EA5FFB48C}"/>
              </a:ext>
            </a:extLst>
          </p:cNvPr>
          <p:cNvSpPr/>
          <p:nvPr/>
        </p:nvSpPr>
        <p:spPr>
          <a:xfrm>
            <a:off x="4833216" y="3966734"/>
            <a:ext cx="3783179" cy="158789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82" name="図 81">
            <a:extLst>
              <a:ext uri="{FF2B5EF4-FFF2-40B4-BE49-F238E27FC236}">
                <a16:creationId xmlns:a16="http://schemas.microsoft.com/office/drawing/2014/main" id="{EBF56FC1-CF7E-AF55-0DAC-D2E288AAA5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5427" y="4153800"/>
            <a:ext cx="3386481" cy="1245878"/>
          </a:xfrm>
          <a:prstGeom prst="rect">
            <a:avLst/>
          </a:prstGeom>
        </p:spPr>
      </p:pic>
      <p:pic>
        <p:nvPicPr>
          <p:cNvPr id="83" name="グラフィックス 82" descr="ノート PC 単色塗りつぶし">
            <a:extLst>
              <a:ext uri="{FF2B5EF4-FFF2-40B4-BE49-F238E27FC236}">
                <a16:creationId xmlns:a16="http://schemas.microsoft.com/office/drawing/2014/main" id="{55FA2EC1-922F-1176-4968-129505EBB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1778" y="5762903"/>
            <a:ext cx="652279" cy="652279"/>
          </a:xfrm>
          <a:prstGeom prst="rect">
            <a:avLst/>
          </a:prstGeom>
        </p:spPr>
      </p:pic>
      <p:pic>
        <p:nvPicPr>
          <p:cNvPr id="80" name="グラフィックス 79" descr="環状の矢印 単色塗りつぶし">
            <a:extLst>
              <a:ext uri="{FF2B5EF4-FFF2-40B4-BE49-F238E27FC236}">
                <a16:creationId xmlns:a16="http://schemas.microsoft.com/office/drawing/2014/main" id="{5CF78A43-A495-0EA2-4D40-7A45BB13F1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70337" y="3909584"/>
            <a:ext cx="432219" cy="432219"/>
          </a:xfrm>
          <a:prstGeom prst="rect">
            <a:avLst/>
          </a:prstGeom>
        </p:spPr>
      </p:pic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085127A7-7441-1752-D7E0-BD2FB8FC86B8}"/>
              </a:ext>
            </a:extLst>
          </p:cNvPr>
          <p:cNvSpPr txBox="1"/>
          <p:nvPr/>
        </p:nvSpPr>
        <p:spPr>
          <a:xfrm>
            <a:off x="4046248" y="1913163"/>
            <a:ext cx="633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>
                <a:solidFill>
                  <a:schemeClr val="accent2">
                    <a:lumMod val="50000"/>
                  </a:schemeClr>
                </a:solidFill>
              </a:rPr>
              <a:t>IPC</a:t>
            </a:r>
            <a:endParaRPr kumimoji="1" lang="ja-JP" altLang="en-US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1E01647E-6CF4-0A9D-B910-19585EED3CD1}"/>
              </a:ext>
            </a:extLst>
          </p:cNvPr>
          <p:cNvSpPr txBox="1"/>
          <p:nvPr/>
        </p:nvSpPr>
        <p:spPr>
          <a:xfrm>
            <a:off x="4075057" y="4026684"/>
            <a:ext cx="747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b="1" dirty="0">
                <a:solidFill>
                  <a:srgbClr val="00B0F0"/>
                </a:solidFill>
              </a:rPr>
              <a:t>HTTP</a:t>
            </a:r>
            <a:endParaRPr kumimoji="1" lang="ja-JP" altLang="en-US" sz="1400" b="1" dirty="0">
              <a:solidFill>
                <a:srgbClr val="00B0F0"/>
              </a:solidFill>
            </a:endParaRPr>
          </a:p>
        </p:txBody>
      </p:sp>
      <p:pic>
        <p:nvPicPr>
          <p:cNvPr id="95" name="図 94">
            <a:extLst>
              <a:ext uri="{FF2B5EF4-FFF2-40B4-BE49-F238E27FC236}">
                <a16:creationId xmlns:a16="http://schemas.microsoft.com/office/drawing/2014/main" id="{C079DA94-95FF-1055-136E-6E13B919CC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2786" y="3971380"/>
            <a:ext cx="2813785" cy="725778"/>
          </a:xfrm>
          <a:prstGeom prst="rect">
            <a:avLst/>
          </a:prstGeom>
        </p:spPr>
      </p:pic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80353972-5FDA-5C61-C592-2EE4E747DF4B}"/>
              </a:ext>
            </a:extLst>
          </p:cNvPr>
          <p:cNvCxnSpPr>
            <a:cxnSpLocks/>
          </p:cNvCxnSpPr>
          <p:nvPr/>
        </p:nvCxnSpPr>
        <p:spPr>
          <a:xfrm>
            <a:off x="1334248" y="4403182"/>
            <a:ext cx="2569955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63" name="グラフィックス 62" descr="環状の矢印 単色塗りつぶし">
            <a:extLst>
              <a:ext uri="{FF2B5EF4-FFF2-40B4-BE49-F238E27FC236}">
                <a16:creationId xmlns:a16="http://schemas.microsoft.com/office/drawing/2014/main" id="{D5EAD792-30D3-EEDD-4C58-0D857575FB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742" y="3722931"/>
            <a:ext cx="432219" cy="432219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81C549FB-6409-3B1F-5F4E-EBB3168223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8606" y="3730915"/>
            <a:ext cx="2441743" cy="2328550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sp>
        <p:nvSpPr>
          <p:cNvPr id="84" name="矢印: 右 83">
            <a:extLst>
              <a:ext uri="{FF2B5EF4-FFF2-40B4-BE49-F238E27FC236}">
                <a16:creationId xmlns:a16="http://schemas.microsoft.com/office/drawing/2014/main" id="{1563D2A3-6F1E-59F8-F9AF-5B1DD9BCFFCF}"/>
              </a:ext>
            </a:extLst>
          </p:cNvPr>
          <p:cNvSpPr/>
          <p:nvPr/>
        </p:nvSpPr>
        <p:spPr>
          <a:xfrm>
            <a:off x="3762112" y="4207344"/>
            <a:ext cx="1413316" cy="251622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1716964B-C1CA-8A75-B4DB-B3684DB77B81}"/>
              </a:ext>
            </a:extLst>
          </p:cNvPr>
          <p:cNvCxnSpPr>
            <a:cxnSpLocks/>
          </p:cNvCxnSpPr>
          <p:nvPr/>
        </p:nvCxnSpPr>
        <p:spPr>
          <a:xfrm>
            <a:off x="5202543" y="4381803"/>
            <a:ext cx="3359365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064319D3-28EF-E1C2-7779-71F16519E1D0}"/>
              </a:ext>
            </a:extLst>
          </p:cNvPr>
          <p:cNvCxnSpPr>
            <a:cxnSpLocks/>
          </p:cNvCxnSpPr>
          <p:nvPr/>
        </p:nvCxnSpPr>
        <p:spPr>
          <a:xfrm flipH="1">
            <a:off x="4901420" y="4339200"/>
            <a:ext cx="193106" cy="108914"/>
          </a:xfrm>
          <a:prstGeom prst="line">
            <a:avLst/>
          </a:prstGeom>
          <a:ln>
            <a:solidFill>
              <a:srgbClr val="00B0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コネクタ: 曲線 3">
            <a:extLst>
              <a:ext uri="{FF2B5EF4-FFF2-40B4-BE49-F238E27FC236}">
                <a16:creationId xmlns:a16="http://schemas.microsoft.com/office/drawing/2014/main" id="{B15ACC0A-B170-58D6-D3C6-6F4BE4F09928}"/>
              </a:ext>
            </a:extLst>
          </p:cNvPr>
          <p:cNvCxnSpPr>
            <a:cxnSpLocks/>
            <a:stCxn id="34" idx="2"/>
            <a:endCxn id="87" idx="2"/>
          </p:cNvCxnSpPr>
          <p:nvPr/>
        </p:nvCxnSpPr>
        <p:spPr>
          <a:xfrm rot="5400000" flipH="1">
            <a:off x="6506572" y="77588"/>
            <a:ext cx="875564" cy="5162269"/>
          </a:xfrm>
          <a:prstGeom prst="curvedConnector3">
            <a:avLst>
              <a:gd name="adj1" fmla="val -26109"/>
            </a:avLst>
          </a:prstGeom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C922B040-C876-33DD-0A94-CBCC5E50A559}"/>
              </a:ext>
            </a:extLst>
          </p:cNvPr>
          <p:cNvCxnSpPr>
            <a:cxnSpLocks/>
            <a:stCxn id="54" idx="0"/>
            <a:endCxn id="89" idx="0"/>
          </p:cNvCxnSpPr>
          <p:nvPr/>
        </p:nvCxnSpPr>
        <p:spPr>
          <a:xfrm rot="16200000" flipH="1" flipV="1">
            <a:off x="7166244" y="1013449"/>
            <a:ext cx="295769" cy="5730699"/>
          </a:xfrm>
          <a:prstGeom prst="curvedConnector3">
            <a:avLst>
              <a:gd name="adj1" fmla="val -77290"/>
            </a:avLst>
          </a:prstGeom>
          <a:ln>
            <a:solidFill>
              <a:srgbClr val="00B0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68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プロシージャコールまとめ</a:t>
            </a:r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94DB0346-7A86-0599-64B8-60A3A445C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184785"/>
              </p:ext>
            </p:extLst>
          </p:nvPr>
        </p:nvGraphicFramePr>
        <p:xfrm>
          <a:off x="1098549" y="1581150"/>
          <a:ext cx="10112376" cy="174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921">
                  <a:extLst>
                    <a:ext uri="{9D8B030D-6E8A-4147-A177-3AD203B41FA5}">
                      <a16:colId xmlns:a16="http://schemas.microsoft.com/office/drawing/2014/main" val="3048667049"/>
                    </a:ext>
                  </a:extLst>
                </a:gridCol>
                <a:gridCol w="2171155">
                  <a:extLst>
                    <a:ext uri="{9D8B030D-6E8A-4147-A177-3AD203B41FA5}">
                      <a16:colId xmlns:a16="http://schemas.microsoft.com/office/drawing/2014/main" val="1785638503"/>
                    </a:ext>
                  </a:extLst>
                </a:gridCol>
                <a:gridCol w="2158206">
                  <a:extLst>
                    <a:ext uri="{9D8B030D-6E8A-4147-A177-3AD203B41FA5}">
                      <a16:colId xmlns:a16="http://schemas.microsoft.com/office/drawing/2014/main" val="307391420"/>
                    </a:ext>
                  </a:extLst>
                </a:gridCol>
                <a:gridCol w="2528094">
                  <a:extLst>
                    <a:ext uri="{9D8B030D-6E8A-4147-A177-3AD203B41FA5}">
                      <a16:colId xmlns:a16="http://schemas.microsoft.com/office/drawing/2014/main" val="1313220183"/>
                    </a:ext>
                  </a:extLst>
                </a:gridCol>
              </a:tblGrid>
              <a:tr h="309456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同一プロセス内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プロセス間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異なる</a:t>
                      </a:r>
                      <a:r>
                        <a:rPr kumimoji="1" lang="en-US" altLang="ja-JP" dirty="0"/>
                        <a:t>IP</a:t>
                      </a:r>
                      <a:r>
                        <a:rPr kumimoji="1" lang="ja-JP" altLang="en-US" dirty="0"/>
                        <a:t>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43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プロシージャ（関数）コール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×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×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021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RPC</a:t>
                      </a:r>
                      <a:r>
                        <a:rPr kumimoji="1" lang="ja-JP" altLang="en-US" dirty="0"/>
                        <a:t>その</a:t>
                      </a:r>
                      <a:r>
                        <a:rPr kumimoji="1" lang="en-US" altLang="ja-JP" dirty="0"/>
                        <a:t>1: </a:t>
                      </a:r>
                      <a:r>
                        <a:rPr kumimoji="1" lang="ja-JP" altLang="en-US" dirty="0"/>
                        <a:t>プロセス間</a:t>
                      </a:r>
                      <a:r>
                        <a:rPr kumimoji="1" lang="en-US" altLang="ja-JP" dirty="0"/>
                        <a:t>(IPC)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×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326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RPC</a:t>
                      </a:r>
                      <a:r>
                        <a:rPr kumimoji="1" lang="ja-JP" altLang="en-US" dirty="0"/>
                        <a:t>その</a:t>
                      </a:r>
                      <a:r>
                        <a:rPr kumimoji="1" lang="en-US" altLang="ja-JP" dirty="0"/>
                        <a:t>2: </a:t>
                      </a:r>
                      <a:r>
                        <a:rPr kumimoji="1" lang="ja-JP" altLang="en-US" dirty="0"/>
                        <a:t>ネットワーク間</a:t>
                      </a:r>
                      <a:endParaRPr kumimoji="1" lang="en-US" altLang="ja-JP" dirty="0"/>
                    </a:p>
                    <a:p>
                      <a:r>
                        <a:rPr kumimoji="1" lang="en-US" altLang="ja-JP" dirty="0"/>
                        <a:t>(TCP/IP</a:t>
                      </a:r>
                      <a:r>
                        <a:rPr kumimoji="1" lang="ja-JP" altLang="en-US" dirty="0"/>
                        <a:t>など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163358"/>
                  </a:ext>
                </a:extLst>
              </a:tr>
            </a:tbl>
          </a:graphicData>
        </a:graphic>
      </p:graphicFrame>
      <p:sp>
        <p:nvSpPr>
          <p:cNvPr id="4" name="コンテンツ プレースホルダー 11">
            <a:extLst>
              <a:ext uri="{FF2B5EF4-FFF2-40B4-BE49-F238E27FC236}">
                <a16:creationId xmlns:a16="http://schemas.microsoft.com/office/drawing/2014/main" id="{17F172FA-E6D9-9820-7F86-4916D5698B45}"/>
              </a:ext>
            </a:extLst>
          </p:cNvPr>
          <p:cNvSpPr txBox="1">
            <a:spLocks/>
          </p:cNvSpPr>
          <p:nvPr/>
        </p:nvSpPr>
        <p:spPr>
          <a:xfrm>
            <a:off x="1019036" y="3907476"/>
            <a:ext cx="10554616" cy="8453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リモートプロシージャを使うことで、通常の関数コールと同様の書き方で、異なるプロセス間や</a:t>
            </a:r>
            <a:r>
              <a:rPr lang="en-US" altLang="ja-JP" sz="2400" dirty="0"/>
              <a:t>IP</a:t>
            </a:r>
            <a:r>
              <a:rPr lang="ja-JP" altLang="en-US" sz="2400" dirty="0"/>
              <a:t>間の通信を行うことができるようになります。</a:t>
            </a: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15305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en-US" altLang="ja-JP" dirty="0"/>
              <a:t>Protocol Buffers</a:t>
            </a:r>
            <a:r>
              <a:rPr lang="ja-JP" altLang="en-US"/>
              <a:t>とは？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r>
              <a:rPr lang="en" altLang="ja-JP" dirty="0"/>
              <a:t>Google</a:t>
            </a:r>
            <a:r>
              <a:rPr lang="ja-JP" altLang="en-US" dirty="0"/>
              <a:t>が開発した構造化データをシリアライズするための効率的で拡張可能なメカニズム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バイナリ形式のため、データサイズが小さく高速です。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さまざまな言語で利用可能。通信コードは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15659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en-US" altLang="ja-JP" dirty="0"/>
              <a:t>Protocol Buffers </a:t>
            </a:r>
            <a:r>
              <a:rPr lang="ja-JP" altLang="en-US" dirty="0"/>
              <a:t>を使ったシリアライズ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endParaRPr lang="en-US" altLang="ja-JP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  <p:sp>
        <p:nvSpPr>
          <p:cNvPr id="3" name="コンテンツ プレースホルダー 11">
            <a:extLst>
              <a:ext uri="{FF2B5EF4-FFF2-40B4-BE49-F238E27FC236}">
                <a16:creationId xmlns:a16="http://schemas.microsoft.com/office/drawing/2014/main" id="{26A1970D-E910-1350-A36E-47BA73CFF1C5}"/>
              </a:ext>
            </a:extLst>
          </p:cNvPr>
          <p:cNvSpPr txBox="1">
            <a:spLocks/>
          </p:cNvSpPr>
          <p:nvPr/>
        </p:nvSpPr>
        <p:spPr>
          <a:xfrm>
            <a:off x="990600" y="1256146"/>
            <a:ext cx="10515600" cy="5073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.proto</a:t>
            </a:r>
            <a:r>
              <a:rPr lang="ja-JP" altLang="en-US" dirty="0"/>
              <a:t>ファイルをもとに自動生成される通信用コードを使ってシリアライズ・デシリアライズを行うことができます。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9092CF30-9F8E-816D-6567-D9DE4FCD0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130" y="2227217"/>
            <a:ext cx="3655584" cy="2403565"/>
          </a:xfrm>
          <a:prstGeom prst="rect">
            <a:avLst/>
          </a:prstGeom>
        </p:spPr>
      </p:pic>
      <p:sp>
        <p:nvSpPr>
          <p:cNvPr id="14" name="四角形: メモ 13">
            <a:extLst>
              <a:ext uri="{FF2B5EF4-FFF2-40B4-BE49-F238E27FC236}">
                <a16:creationId xmlns:a16="http://schemas.microsoft.com/office/drawing/2014/main" id="{E0593A17-8DF5-E8DA-79F7-2E896983A9DA}"/>
              </a:ext>
            </a:extLst>
          </p:cNvPr>
          <p:cNvSpPr/>
          <p:nvPr/>
        </p:nvSpPr>
        <p:spPr>
          <a:xfrm>
            <a:off x="260796" y="3239652"/>
            <a:ext cx="4787348" cy="1739348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dirty="0"/>
              <a:t>&lt;</a:t>
            </a:r>
            <a:r>
              <a:rPr lang="ja-JP" altLang="en-US" sz="1600" dirty="0"/>
              <a:t>プログラム上のデータ</a:t>
            </a:r>
            <a:r>
              <a:rPr lang="en-US" altLang="ja-JP" sz="1600" dirty="0"/>
              <a:t>&gt;</a:t>
            </a:r>
          </a:p>
          <a:p>
            <a:r>
              <a:rPr lang="en-US" altLang="ja-JP" sz="1600" dirty="0" err="1"/>
              <a:t>user:</a:t>
            </a:r>
            <a:r>
              <a:rPr kumimoji="1" lang="en-US" altLang="ja-JP" sz="1600" dirty="0" err="1"/>
              <a:t>”Yoshi</a:t>
            </a:r>
            <a:r>
              <a:rPr kumimoji="1" lang="en-US" altLang="ja-JP" sz="1600" dirty="0"/>
              <a:t>”</a:t>
            </a:r>
          </a:p>
          <a:p>
            <a:r>
              <a:rPr lang="en-US" altLang="ja-JP" sz="1600" dirty="0" err="1"/>
              <a:t>message:”This</a:t>
            </a:r>
            <a:r>
              <a:rPr lang="en-US" altLang="ja-JP" sz="1600" dirty="0"/>
              <a:t> is the test message from Yoshi”</a:t>
            </a:r>
          </a:p>
          <a:p>
            <a:r>
              <a:rPr lang="en-US" altLang="ja-JP" sz="1600" dirty="0"/>
              <a:t>Timestamp:17650714928452902</a:t>
            </a:r>
          </a:p>
          <a:p>
            <a:endParaRPr kumimoji="1" lang="ja-JP" altLang="en-US" sz="1600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F42ED468-FB80-056F-6089-23EB81061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382" y="4979000"/>
            <a:ext cx="5144218" cy="1495634"/>
          </a:xfrm>
          <a:prstGeom prst="rect">
            <a:avLst/>
          </a:prstGeom>
        </p:spPr>
      </p:pic>
      <p:cxnSp>
        <p:nvCxnSpPr>
          <p:cNvPr id="18" name="コネクタ: 曲線 17">
            <a:extLst>
              <a:ext uri="{FF2B5EF4-FFF2-40B4-BE49-F238E27FC236}">
                <a16:creationId xmlns:a16="http://schemas.microsoft.com/office/drawing/2014/main" id="{2581239F-B0D4-C27E-908C-6F2F37BBE19B}"/>
              </a:ext>
            </a:extLst>
          </p:cNvPr>
          <p:cNvCxnSpPr>
            <a:cxnSpLocks/>
            <a:stCxn id="14" idx="3"/>
            <a:endCxn id="16" idx="0"/>
          </p:cNvCxnSpPr>
          <p:nvPr/>
        </p:nvCxnSpPr>
        <p:spPr>
          <a:xfrm>
            <a:off x="5048144" y="4109326"/>
            <a:ext cx="3276347" cy="86967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コネクタ: 曲線 19">
            <a:extLst>
              <a:ext uri="{FF2B5EF4-FFF2-40B4-BE49-F238E27FC236}">
                <a16:creationId xmlns:a16="http://schemas.microsoft.com/office/drawing/2014/main" id="{561C1502-93FA-7778-08C2-B4C933797313}"/>
              </a:ext>
            </a:extLst>
          </p:cNvPr>
          <p:cNvCxnSpPr>
            <a:cxnSpLocks/>
            <a:stCxn id="14" idx="2"/>
            <a:endCxn id="16" idx="1"/>
          </p:cNvCxnSpPr>
          <p:nvPr/>
        </p:nvCxnSpPr>
        <p:spPr>
          <a:xfrm rot="16200000" flipH="1">
            <a:off x="3829518" y="3803952"/>
            <a:ext cx="747817" cy="309791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258583A6-72ED-E108-7A88-8731EAEAD001}"/>
              </a:ext>
            </a:extLst>
          </p:cNvPr>
          <p:cNvSpPr/>
          <p:nvPr/>
        </p:nvSpPr>
        <p:spPr>
          <a:xfrm>
            <a:off x="4272890" y="2300481"/>
            <a:ext cx="1975510" cy="786771"/>
          </a:xfrm>
          <a:prstGeom prst="wedgeRectCallout">
            <a:avLst>
              <a:gd name="adj1" fmla="val 15391"/>
              <a:gd name="adj2" fmla="val 17745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シリアライズ</a:t>
            </a:r>
            <a:endParaRPr kumimoji="1" lang="en-US" altLang="ja-JP" dirty="0"/>
          </a:p>
          <a:p>
            <a:pPr algn="ctr"/>
            <a:r>
              <a:rPr lang="ja-JP" altLang="en-US" dirty="0"/>
              <a:t>処理</a:t>
            </a:r>
            <a:endParaRPr kumimoji="1" lang="ja-JP" altLang="en-US" dirty="0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A09C66D-25D9-28B6-FDBA-B77CAEE965C4}"/>
              </a:ext>
            </a:extLst>
          </p:cNvPr>
          <p:cNvSpPr/>
          <p:nvPr/>
        </p:nvSpPr>
        <p:spPr>
          <a:xfrm>
            <a:off x="1204764" y="5476634"/>
            <a:ext cx="1975510" cy="786771"/>
          </a:xfrm>
          <a:prstGeom prst="wedgeRectCallout">
            <a:avLst>
              <a:gd name="adj1" fmla="val 77274"/>
              <a:gd name="adj2" fmla="val -4487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デシリアライズ</a:t>
            </a:r>
            <a:endParaRPr kumimoji="1" lang="en-US" altLang="ja-JP" dirty="0"/>
          </a:p>
          <a:p>
            <a:pPr algn="ctr"/>
            <a:r>
              <a:rPr lang="ja-JP" altLang="en-US" dirty="0"/>
              <a:t>処理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EC8B910-EF6D-CC67-8906-7EC55632034E}"/>
              </a:ext>
            </a:extLst>
          </p:cNvPr>
          <p:cNvCxnSpPr>
            <a:cxnSpLocks/>
            <a:stCxn id="26" idx="1"/>
            <a:endCxn id="7" idx="3"/>
          </p:cNvCxnSpPr>
          <p:nvPr/>
        </p:nvCxnSpPr>
        <p:spPr>
          <a:xfrm flipH="1" flipV="1">
            <a:off x="6248400" y="2693867"/>
            <a:ext cx="1681730" cy="735133"/>
          </a:xfrm>
          <a:prstGeom prst="line">
            <a:avLst/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85275868-8125-28CF-1C6E-8A20EF2B4AAC}"/>
              </a:ext>
            </a:extLst>
          </p:cNvPr>
          <p:cNvCxnSpPr>
            <a:cxnSpLocks/>
            <a:stCxn id="26" idx="1"/>
            <a:endCxn id="8" idx="3"/>
          </p:cNvCxnSpPr>
          <p:nvPr/>
        </p:nvCxnSpPr>
        <p:spPr>
          <a:xfrm flipH="1">
            <a:off x="3180274" y="3429000"/>
            <a:ext cx="4749856" cy="24410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8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78554C-F87F-D2B4-6FA8-D7F2D3939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Protocol Buffer </a:t>
            </a:r>
            <a:r>
              <a:rPr kumimoji="1" lang="ja-JP" altLang="en-US"/>
              <a:t>のフォーマット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76BCAA-0E1E-A36C-797F-5B821CDBB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別冊</a:t>
            </a:r>
            <a:r>
              <a:rPr lang="en-US" altLang="ja-JP" dirty="0"/>
              <a:t>『</a:t>
            </a:r>
            <a:r>
              <a:rPr lang="en-US" altLang="ja-JP" dirty="0" err="1"/>
              <a:t>ProtocolBuffers</a:t>
            </a:r>
            <a:r>
              <a:rPr lang="ja-JP" altLang="en-US" dirty="0"/>
              <a:t>について</a:t>
            </a:r>
            <a:r>
              <a:rPr lang="en-US" altLang="ja-JP" dirty="0"/>
              <a:t>.md』 </a:t>
            </a:r>
            <a:r>
              <a:rPr kumimoji="1" lang="ja-JP" altLang="en-US" dirty="0"/>
              <a:t>にて説明します。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664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HTTP/2</a:t>
            </a:r>
            <a:r>
              <a:rPr kumimoji="1" lang="ja-JP" altLang="en-US" dirty="0"/>
              <a:t>ベース</a:t>
            </a:r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r>
              <a:rPr lang="en-US" altLang="ja-JP" dirty="0"/>
              <a:t>HTTP/2</a:t>
            </a:r>
            <a:r>
              <a:rPr lang="ja-JP" altLang="en-US" dirty="0"/>
              <a:t>の多重化機能により</a:t>
            </a:r>
            <a:r>
              <a:rPr lang="en-US" altLang="ja-JP" dirty="0"/>
              <a:t>1</a:t>
            </a:r>
            <a:r>
              <a:rPr lang="ja-JP" altLang="en-US" dirty="0"/>
              <a:t>つの</a:t>
            </a:r>
            <a:r>
              <a:rPr lang="en-US" altLang="ja-JP" dirty="0"/>
              <a:t>TCP</a:t>
            </a:r>
            <a:r>
              <a:rPr lang="ja-JP" altLang="en-US" dirty="0"/>
              <a:t>接続で複数のリクエストを並列処理できます</a:t>
            </a:r>
          </a:p>
          <a:p>
            <a:r>
              <a:rPr lang="ja-JP" altLang="en-US" dirty="0"/>
              <a:t>ヘッダー圧縮によりオーバーヘッドが削減されます</a:t>
            </a:r>
          </a:p>
          <a:p>
            <a:r>
              <a:rPr lang="ja-JP" altLang="en-US" dirty="0"/>
              <a:t>双方向ストリーミングをサポートしています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sz="1400" dirty="0">
                <a:hlinkClick r:id="rId2"/>
              </a:rPr>
              <a:t>マイクロサービス間通信における</a:t>
            </a:r>
            <a:r>
              <a:rPr lang="en-US" altLang="ja-JP" sz="1400" dirty="0" err="1">
                <a:hlinkClick r:id="rId2"/>
              </a:rPr>
              <a:t>gRPC</a:t>
            </a:r>
            <a:r>
              <a:rPr lang="ja-JP" altLang="en-US" sz="1400" dirty="0">
                <a:hlinkClick r:id="rId2"/>
              </a:rPr>
              <a:t>と</a:t>
            </a:r>
            <a:r>
              <a:rPr lang="en-US" altLang="ja-JP" sz="1400" dirty="0">
                <a:hlinkClick r:id="rId2"/>
              </a:rPr>
              <a:t>REST</a:t>
            </a:r>
            <a:r>
              <a:rPr lang="ja-JP" altLang="en-US" sz="1400" dirty="0">
                <a:hlinkClick r:id="rId2"/>
              </a:rPr>
              <a:t>の比較 </a:t>
            </a:r>
            <a:r>
              <a:rPr lang="en-US" altLang="ja-JP" sz="1400" dirty="0">
                <a:hlinkClick r:id="rId2"/>
              </a:rPr>
              <a:t>#REST-API – </a:t>
            </a:r>
            <a:r>
              <a:rPr lang="en-US" altLang="ja-JP" sz="1400" dirty="0" err="1">
                <a:hlinkClick r:id="rId2"/>
              </a:rPr>
              <a:t>Qiita</a:t>
            </a:r>
            <a:endParaRPr lang="en-US" altLang="ja-JP" sz="1400" dirty="0"/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0DCB294-C1AF-1E24-2EA1-B22AEA239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71" y="3617844"/>
            <a:ext cx="4182019" cy="228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40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71CB3-4764-1DAC-89D7-15532E10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323153-8C2D-F374-32C5-D28DA262A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en-US" altLang="ja-JP" dirty="0" err="1"/>
              <a:t>gRPC</a:t>
            </a:r>
            <a:r>
              <a:rPr lang="ja-JP" altLang="en-US" dirty="0"/>
              <a:t>の</a:t>
            </a:r>
            <a:r>
              <a:rPr kumimoji="1" lang="ja-JP" altLang="en-US" dirty="0"/>
              <a:t>詳細</a:t>
            </a:r>
            <a:r>
              <a:rPr lang="ja-JP" altLang="en-US" dirty="0"/>
              <a:t>と</a:t>
            </a:r>
            <a:r>
              <a:rPr lang="en-US" altLang="ja-JP" dirty="0"/>
              <a:t>REST API</a:t>
            </a:r>
            <a:r>
              <a:rPr lang="ja-JP" altLang="en-US" dirty="0"/>
              <a:t>との比較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D08F6526-88BE-95AD-7089-49D9D0C8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・</a:t>
            </a:r>
            <a:r>
              <a:rPr lang="en-US" altLang="ja-JP" dirty="0"/>
              <a:t>REST API</a:t>
            </a:r>
            <a:r>
              <a:rPr lang="ja-JP" altLang="en-US" dirty="0"/>
              <a:t>とは？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/>
              <a:t>	</a:t>
            </a:r>
            <a:endParaRPr lang="ja-JP" altLang="en-US" dirty="0"/>
          </a:p>
          <a:p>
            <a:pPr marL="0" indent="0">
              <a:buNone/>
            </a:pPr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29486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ja-JP" altLang="en-US"/>
              <a:t>サンプルプログラムと通信内容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r>
              <a:rPr lang="ja-JP" altLang="en-US"/>
              <a:t>一例として</a:t>
            </a:r>
            <a:r>
              <a:rPr lang="en-US" altLang="ja-JP" dirty="0"/>
              <a:t>C++</a:t>
            </a:r>
            <a:r>
              <a:rPr lang="ja-JP" altLang="en-US"/>
              <a:t>で</a:t>
            </a:r>
            <a:r>
              <a:rPr lang="en-US" altLang="ja-JP" dirty="0" err="1"/>
              <a:t>gRPC</a:t>
            </a:r>
            <a:r>
              <a:rPr lang="ja-JP" altLang="en-US"/>
              <a:t>を使ってチャットするサンプルプログラム（</a:t>
            </a:r>
            <a:r>
              <a:rPr lang="en-US" altLang="ja-JP" dirty="0" err="1"/>
              <a:t>Claudecode</a:t>
            </a:r>
            <a:r>
              <a:rPr lang="ja-JP" altLang="en-US"/>
              <a:t>で作成したもの）をもとに、具体的にどのようなコードが自動生成され、どのようにコードを書いて通信するのか、説明します。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実際にサンプルを動かした際の通信内容を</a:t>
            </a:r>
            <a:r>
              <a:rPr lang="en-US" altLang="ja-JP" dirty="0"/>
              <a:t>Wireshark</a:t>
            </a:r>
            <a:r>
              <a:rPr lang="ja-JP" altLang="en-US"/>
              <a:t>を使って確認してみます。</a:t>
            </a:r>
            <a:endParaRPr lang="ja-JP" altLang="en-US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14387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en-US" altLang="ja-JP" dirty="0"/>
              <a:t>C++</a:t>
            </a:r>
            <a:r>
              <a:rPr lang="ja-JP" altLang="en-US"/>
              <a:t>の</a:t>
            </a:r>
            <a:r>
              <a:rPr lang="en-US" altLang="ja-JP" dirty="0" err="1"/>
              <a:t>gRPC</a:t>
            </a:r>
            <a:r>
              <a:rPr lang="ja-JP" altLang="en-US"/>
              <a:t>チャットプログラム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1" y="1154459"/>
            <a:ext cx="10515600" cy="1237611"/>
          </a:xfrm>
        </p:spPr>
        <p:txBody>
          <a:bodyPr>
            <a:normAutofit/>
          </a:bodyPr>
          <a:lstStyle/>
          <a:p>
            <a:r>
              <a:rPr lang="ja-JP" altLang="en-US"/>
              <a:t>動いてる様の抜粋</a:t>
            </a:r>
            <a:endParaRPr lang="en-US" altLang="ja-JP" dirty="0"/>
          </a:p>
          <a:p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DA0D7A1-5E5E-0D01-EEDA-042206E86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745" y="3329263"/>
            <a:ext cx="3842949" cy="177942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05636DE-4275-A577-D2F3-2DC57B447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47" y="1892922"/>
            <a:ext cx="5825242" cy="232605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D4A0C2C-920B-302B-9FBE-1203C1569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96" y="4616555"/>
            <a:ext cx="5694744" cy="200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32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784ACA-9376-15C6-DD93-68B5D582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kumimoji="1" lang="ja-JP" altLang="en-US"/>
              <a:t>通信内容の確認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E944DFBB-A102-FEAA-D487-BCBEE3A4B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r>
              <a:rPr lang="en-US" altLang="ja-JP" dirty="0"/>
              <a:t>Wireshark</a:t>
            </a:r>
            <a:r>
              <a:rPr lang="ja-JP" altLang="en-US"/>
              <a:t>を使って、サンプルプログラムを動作させた際の通信内容を確認します。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49695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EB409-E4DB-852B-ED2E-278FDEEA9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C3A938-6124-C30B-FC90-594FC532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1020"/>
          </a:xfrm>
        </p:spPr>
        <p:txBody>
          <a:bodyPr>
            <a:normAutofit/>
          </a:bodyPr>
          <a:lstStyle/>
          <a:p>
            <a:r>
              <a:rPr lang="ja-JP" altLang="en-US"/>
              <a:t>まとめ</a:t>
            </a:r>
            <a:endParaRPr kumimoji="1" lang="ja-JP" altLang="en-US" dirty="0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1BDC26F9-FE6D-EE0B-F8C3-FEC5AE02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417"/>
            <a:ext cx="10515600" cy="4775546"/>
          </a:xfrm>
        </p:spPr>
        <p:txBody>
          <a:bodyPr>
            <a:normAutofit/>
          </a:bodyPr>
          <a:lstStyle/>
          <a:p>
            <a:r>
              <a:rPr lang="en-US" altLang="ja-JP" dirty="0"/>
              <a:t>xxx</a:t>
            </a:r>
            <a:br>
              <a:rPr lang="ja-JP" altLang="en-US" dirty="0"/>
            </a:br>
            <a:endParaRPr lang="ja-JP" altLang="en-US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  <a:p>
            <a:pPr>
              <a:buFontTx/>
              <a:buChar char="-"/>
            </a:pP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80319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5619</TotalTime>
  <Words>520</Words>
  <Application>Microsoft Office PowerPoint</Application>
  <PresentationFormat>ワイド画面</PresentationFormat>
  <Paragraphs>147</Paragraphs>
  <Slides>14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gRPCについて</vt:lpstr>
      <vt:lpstr>gRPCとは？</vt:lpstr>
      <vt:lpstr>プロシージャコールとは？</vt:lpstr>
      <vt:lpstr>リモートプロシージャコール(RPC)とは？</vt:lpstr>
      <vt:lpstr>プロシージャコールまとめ</vt:lpstr>
      <vt:lpstr>Protocol Buffersとは？</vt:lpstr>
      <vt:lpstr>Protocol Buffers を使ったシリアライズ</vt:lpstr>
      <vt:lpstr>Protocol Buffer のフォーマット</vt:lpstr>
      <vt:lpstr>HTTP/2ベース</vt:lpstr>
      <vt:lpstr>gRPCの詳細とREST APIとの比較</vt:lpstr>
      <vt:lpstr>サンプルプログラムと通信内容</vt:lpstr>
      <vt:lpstr>C++のgRPCチャットプログラム</vt:lpstr>
      <vt:lpstr>通信内容の確認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Yoshiharu Hamaguchi</dc:creator>
  <cp:lastModifiedBy>Yoshiharu Hamaguchi</cp:lastModifiedBy>
  <cp:revision>19</cp:revision>
  <dcterms:created xsi:type="dcterms:W3CDTF">2024-08-17T02:49:21Z</dcterms:created>
  <dcterms:modified xsi:type="dcterms:W3CDTF">2025-12-08T15:38:36Z</dcterms:modified>
</cp:coreProperties>
</file>