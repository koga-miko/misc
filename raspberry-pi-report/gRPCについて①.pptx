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71" r:id="rId4"/>
    <p:sldId id="286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05" autoAdjust="0"/>
    <p:restoredTop sz="94654"/>
  </p:normalViewPr>
  <p:slideViewPr>
    <p:cSldViewPr snapToGrid="0">
      <p:cViewPr varScale="1">
        <p:scale>
          <a:sx n="90" d="100"/>
          <a:sy n="90" d="100"/>
        </p:scale>
        <p:origin x="130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23B80-E8D9-435B-A6E4-76A811B061CC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AB98A-B502-4EB7-B22F-023A49156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98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BAB0D-BC5E-6653-04A1-63D29C9AC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82A148-FC9A-086D-9CB8-3138DCBE2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582BC-59E5-16E5-45F6-F4BB253F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0264D8-5FFD-45DB-CF47-8ADB966C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E109B4-CF29-6001-0938-7AD637CF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01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AC796-D792-B2E8-C819-8C15EAD6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D90211-45C6-B623-D04A-664F354F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FF9BC5-7C5B-2A78-C4B2-B0547E2F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3002B5-EBC2-28E6-096A-FEF5B776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731704-F92C-0A74-BFFE-B9AC67B7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1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792D6D-9687-A676-F547-4EC52940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BEB69-B094-1602-E75A-FE732A2D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1653C-8BCE-8332-CC16-EE83B99F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4CFBE6-538C-4DF7-3D6B-4FF0D12D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433328-5629-F95B-AD7D-3C84F88F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59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C2CB1-DCD6-9070-A14A-3D33A7E9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1F067-2C37-0DE8-1954-553A4A4DE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B6691D-9A4C-F90F-C83F-B5955B1B0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9827F4-F96C-9CF8-8258-2D7200BF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2E0CA3-6D78-96DD-3EF3-3A3FB247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ADA621-4A5E-86D1-DDAB-0DB153B1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31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D479D-0782-AB1E-2F73-D41DEE75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7F6B47-E2D6-54A9-1FDA-F079D33B9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9C21EA-A153-CCFE-AB55-FA997EF25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2BA453-4923-7661-501F-E189547CC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245810-E328-C08A-E441-E535829A3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E993D6-A452-73F9-EF7B-322D1B6B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C1172B-C6D5-3F92-3CC7-8A6984E1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2FBCBC-5AA8-3F5C-98A7-4FF607D6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80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993C3-79DC-B413-AA67-20B449CD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43713B-8559-AF35-FB38-BED6A7C7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AAE60A-E161-8D9E-6614-1BC12821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3AD3F7-DC9F-0034-849E-45C3EFC6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1F0CEB-07E6-BB99-02F3-51207D33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32D4F1-371A-B04C-0EAB-2A516C4C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2C58DE-F7FC-D29F-3D47-FEC90451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85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7CB9F-9525-5457-98A5-47D66E02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8F5C2-DDA8-DBA3-6558-2D7668928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EC735A-7B60-1380-15BB-D09EE51AF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E94756-D8AE-A267-CDA6-9693969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14A1F6-1102-194F-5863-88537C7E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4231B4-8C75-8BE1-4EB8-8D4A9857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14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2CC8E-13CB-B2A7-1558-E3707B61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369E3F1-4083-D92F-478A-9A4FFA6E9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977C58-0A9F-7900-38B3-6898556E3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F518B7-7DAC-7423-473C-9D562B4A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A6D0CC-16E9-D009-16B4-05C01B6B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AD942C-09CB-DA11-4FF1-753B4A42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18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9D4C5-533C-9635-C421-70C0A1F5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CF0F36-7714-71CE-1DB5-A52C02097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416463-62CE-D96C-4B6A-D3F33C1F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163F17-678B-DDF8-496F-DC3A4B4A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79D320-C0B6-E84E-2024-0A689F76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06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694536-CCDD-03AD-BC96-6A9D3B1A4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994F37-3382-49B1-A7D4-3E8A02AA2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101AE0-F036-20D1-012A-C066BED7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D783E3-9663-5DDF-B54D-99018C8E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6898E2-A55F-E6BB-CBC0-3F56C12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00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FF4083-A477-3ED5-156C-AD40750C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E7CA38-54DD-7CFB-256B-D25158F17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A4EA3A-2140-DA0F-A603-B97273FED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7246E-3903-4E01-B28D-BFF5567D65C3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E37FC-FE1A-627D-C1B9-396FE265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101B58-2867-60AD-B309-1CE6972C5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378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D190A-A8DB-32F1-0D56-13F6D381B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gRPC</a:t>
            </a:r>
            <a:r>
              <a:rPr kumimoji="1" lang="ja-JP" altLang="en-US"/>
              <a:t>について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817A74-920C-0926-7C76-24BA4993B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00" y="3602038"/>
            <a:ext cx="10001250" cy="1655762"/>
          </a:xfrm>
        </p:spPr>
        <p:txBody>
          <a:bodyPr/>
          <a:lstStyle/>
          <a:p>
            <a:r>
              <a:rPr lang="en-US" altLang="ja-JP" dirty="0"/>
              <a:t>- </a:t>
            </a:r>
            <a:r>
              <a:rPr kumimoji="1" lang="en-US" altLang="ja-JP" dirty="0"/>
              <a:t>Google </a:t>
            </a:r>
            <a:r>
              <a:rPr kumimoji="1" lang="ja-JP" altLang="en-US"/>
              <a:t>が考えたスマートな</a:t>
            </a:r>
            <a:r>
              <a:rPr kumimoji="1" lang="en-US" altLang="ja-JP" dirty="0"/>
              <a:t>RPC </a:t>
            </a:r>
            <a:r>
              <a:rPr lang="en-US" altLang="ja-JP" dirty="0"/>
              <a:t>-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498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ja-JP" altLang="en-US"/>
              <a:t>目次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/>
              <a:t>RPC</a:t>
            </a:r>
            <a:r>
              <a:rPr lang="ja-JP" altLang="en-US" sz="2400"/>
              <a:t>とは？</a:t>
            </a:r>
            <a:r>
              <a:rPr lang="en-US" altLang="ja-JP" sz="2400" dirty="0" err="1"/>
              <a:t>gRPC</a:t>
            </a:r>
            <a:r>
              <a:rPr lang="ja-JP" altLang="en-US" sz="2400"/>
              <a:t>とは？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 err="1"/>
              <a:t>gRPC</a:t>
            </a:r>
            <a:r>
              <a:rPr lang="ja-JP" altLang="en-US" sz="2400"/>
              <a:t>の特徴・構造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 err="1"/>
              <a:t>gRPC</a:t>
            </a:r>
            <a:r>
              <a:rPr lang="ja-JP" altLang="en-US" sz="2400"/>
              <a:t>のシーケンス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 err="1"/>
              <a:t>gRPC</a:t>
            </a:r>
            <a:r>
              <a:rPr lang="ja-JP" altLang="en-US" sz="2400"/>
              <a:t>の通信ハッキング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/>
              <a:t>REST API</a:t>
            </a:r>
            <a:r>
              <a:rPr lang="ja-JP" altLang="en-US" sz="2400"/>
              <a:t>とは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/>
              <a:t>REST API</a:t>
            </a:r>
            <a:r>
              <a:rPr lang="ja-JP" altLang="en-US" sz="2400"/>
              <a:t>の特徴・構造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/>
              <a:t>REST API</a:t>
            </a:r>
            <a:r>
              <a:rPr lang="ja-JP" altLang="en-US" sz="2400"/>
              <a:t>のシーケンス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/>
              <a:t>REST API</a:t>
            </a:r>
            <a:r>
              <a:rPr lang="ja-JP" altLang="en-US" sz="2400"/>
              <a:t>の通信ハッキング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</a:t>
            </a:r>
            <a:r>
              <a:rPr lang="en-US" altLang="ja-JP" sz="2400" dirty="0" err="1"/>
              <a:t>gRPC</a:t>
            </a:r>
            <a:r>
              <a:rPr lang="en-US" altLang="ja-JP" sz="2400" dirty="0"/>
              <a:t> vs REST API</a:t>
            </a: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2909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RPC</a:t>
            </a:r>
            <a:r>
              <a:rPr kumimoji="1" lang="ja-JP" altLang="en-US"/>
              <a:t>とは？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ja-JP" altLang="en-US" sz="2400"/>
              <a:t>ここに簡単な説明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7350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6D7AC-3CDE-92B6-B349-EB4935DB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CE36C9-2762-4212-B697-18F9F5E6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ja-JP" altLang="en-US"/>
              <a:t>とは？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A32765BF-2FF9-B927-F12B-50D498E5F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ja-JP" altLang="en-US" sz="2400"/>
              <a:t>ここに簡単な説明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4398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0BD3-43E8-EA17-5F99-99798580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085A7B-847B-6583-E1AA-EDCCE9E6E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ja-JP" altLang="en-US"/>
              <a:t>の特徴・構造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85F94CA5-BC74-30B1-A42E-F01517CE9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4780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F90D-AC84-86F8-D633-CF5BC853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8853B4-478A-60AA-585E-7C0C063C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ja-JP" altLang="en-US"/>
              <a:t>のシーケンス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AB491674-5096-9C53-639C-D50D6A831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2866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A261-92D3-A2BF-DB48-01B08961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245CDF-5CEB-4B27-32FF-9387265A8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ja-JP" altLang="en-US"/>
              <a:t>の通信ハッキング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4F759C49-6497-55A1-C46F-863A62D1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0704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3E2DE-4D93-F524-7170-96C73C41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CD5954-2ADC-AE46-FB4C-A39925E7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REST API</a:t>
            </a:r>
            <a:r>
              <a:rPr lang="ja-JP" altLang="en-US"/>
              <a:t>とは？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666C3776-F31E-58DA-2C5B-DF7076942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26738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BE77-07EB-210C-33C9-C683CA62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A9A21-0832-BEDD-349D-237C4B548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REST API</a:t>
            </a:r>
            <a:r>
              <a:rPr kumimoji="1" lang="ja-JP" altLang="en-US"/>
              <a:t>の特徴・</a:t>
            </a:r>
            <a:r>
              <a:rPr lang="ja-JP" altLang="en-US"/>
              <a:t>構造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6B6395AF-57DB-B3F3-87F3-C37E6D33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2235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D177-5DB3-13FD-8ACD-04FF2903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935BF-3221-4D0F-3602-F5DAF6AC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REST API</a:t>
            </a:r>
            <a:r>
              <a:rPr lang="ja-JP" altLang="en-US"/>
              <a:t>のシーケンス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444839C3-FFDD-E8D1-980E-53CB1F55C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5640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DCD31-0591-C842-0EC4-4CC2D736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64FCB-FF94-AF33-B169-FECB60A5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REST API</a:t>
            </a:r>
            <a:r>
              <a:rPr lang="ja-JP" altLang="en-US"/>
              <a:t>の通信ハッキング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3F210942-788D-3AB5-BEF8-22BAA2CA7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・普通の関数コール（</a:t>
            </a:r>
            <a:r>
              <a:rPr lang="en-US" altLang="ja-JP" sz="2400" dirty="0" err="1"/>
              <a:t>Procejure</a:t>
            </a:r>
            <a:r>
              <a:rPr lang="en-US" altLang="ja-JP" sz="2400" dirty="0"/>
              <a:t> call</a:t>
            </a:r>
            <a:r>
              <a:rPr lang="ja-JP" altLang="en-US" sz="2400"/>
              <a:t>）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関数コールすると、プログラムカウンタが関数を指して・・・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・リモートプロシージャコール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/>
              <a:t>　プロセス間のリモートプロシージャコール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78353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101D-F486-39C1-F318-F312DFB8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C88139-79C9-9EB1-BE55-F9F4C084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en-US" altLang="ja-JP" dirty="0"/>
              <a:t> vs REST API①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4A3A543-9F71-8B0A-29B6-6235CB71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・実装の容易性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6053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7012-71EA-1079-88CB-0721FEE7E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FFA570-3C7D-55DC-C893-345155F2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en-US" altLang="ja-JP" dirty="0"/>
              <a:t> vs REST API②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6B9B6E74-5C29-5BEB-5645-EC81733DD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・デバッグの容易性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6968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C7979-3A52-741F-DC44-3ECA25BF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D0C07-8B6C-92B0-520F-00806D42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en-US" altLang="ja-JP" dirty="0"/>
              <a:t> vs REST API</a:t>
            </a:r>
            <a:r>
              <a:rPr lang="en-US" altLang="ja-JP" dirty="0"/>
              <a:t>③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DDC05B17-9343-0CB5-8EC2-4A99E850E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・実行速度</a:t>
            </a: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74581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40297-3724-832C-2C46-24F9A48E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1096F7-65EE-D3EB-84A4-1EB00818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kumimoji="1" lang="en-US" altLang="ja-JP" dirty="0"/>
              <a:t> vs REST </a:t>
            </a:r>
            <a:r>
              <a:rPr kumimoji="1" lang="ja-JP" altLang="en-US"/>
              <a:t>戦いの結果・・・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86AD261B-C786-21A6-9AE9-6F309325E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・５つぐらいの観点の結果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3133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8B16-DADB-40E1-6ABE-B1909DD0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3E1723-B4AE-366B-0277-64AF3CB5D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ja-JP" altLang="en-US"/>
              <a:t>まとめ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CE6C930-FAD2-2121-073C-B1950856C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/>
              <a:t>・５つぐらいの観点の結果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0686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11983</TotalTime>
  <Words>367</Words>
  <Application>Microsoft Macintosh PowerPoint</Application>
  <PresentationFormat>ワイド画面</PresentationFormat>
  <Paragraphs>123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gRPCについて</vt:lpstr>
      <vt:lpstr>目次</vt:lpstr>
      <vt:lpstr>RPCとは？</vt:lpstr>
      <vt:lpstr>gRPCとは？</vt:lpstr>
      <vt:lpstr>gRPCの特徴・構造</vt:lpstr>
      <vt:lpstr>gRPCのシーケンス</vt:lpstr>
      <vt:lpstr>gRPCの通信ハッキング</vt:lpstr>
      <vt:lpstr>REST APIとは？</vt:lpstr>
      <vt:lpstr>REST APIの特徴・構造</vt:lpstr>
      <vt:lpstr>REST APIのシーケンス</vt:lpstr>
      <vt:lpstr>REST APIの通信ハッキング</vt:lpstr>
      <vt:lpstr>gRPC vs REST API①</vt:lpstr>
      <vt:lpstr>gRPC vs REST API②</vt:lpstr>
      <vt:lpstr>gRPC vs REST API③</vt:lpstr>
      <vt:lpstr>gRPC vs REST 戦いの結果・・・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Yoshiharu Hamaguchi</dc:creator>
  <cp:lastModifiedBy>Yoshiharu Hamaguchi</cp:lastModifiedBy>
  <cp:revision>5</cp:revision>
  <dcterms:created xsi:type="dcterms:W3CDTF">2024-08-17T02:49:21Z</dcterms:created>
  <dcterms:modified xsi:type="dcterms:W3CDTF">2025-12-07T22:47:14Z</dcterms:modified>
</cp:coreProperties>
</file>