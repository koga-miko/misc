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1" r:id="rId3"/>
    <p:sldId id="262" r:id="rId4"/>
    <p:sldId id="269" r:id="rId5"/>
    <p:sldId id="277" r:id="rId6"/>
    <p:sldId id="279" r:id="rId7"/>
    <p:sldId id="275" r:id="rId8"/>
    <p:sldId id="273" r:id="rId9"/>
    <p:sldId id="267" r:id="rId10"/>
    <p:sldId id="274" r:id="rId11"/>
    <p:sldId id="276" r:id="rId1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197544-B22B-4A13-B6C3-E7FBEF954393}" v="6" dt="2024-10-04T00:08:27.81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9" autoAdjust="0"/>
    <p:restoredTop sz="94662"/>
  </p:normalViewPr>
  <p:slideViewPr>
    <p:cSldViewPr snapToGrid="0">
      <p:cViewPr varScale="1">
        <p:scale>
          <a:sx n="104" d="100"/>
          <a:sy n="104" d="100"/>
        </p:scale>
        <p:origin x="76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shiharu Hamaguchi" userId="470e288704938fe9" providerId="LiveId" clId="{46C12E7F-E35C-42BF-B856-810C3AAE2138}"/>
    <pc:docChg chg="custSel modSld">
      <pc:chgData name="Yoshiharu Hamaguchi" userId="470e288704938fe9" providerId="LiveId" clId="{46C12E7F-E35C-42BF-B856-810C3AAE2138}" dt="2024-08-17T07:15:42.746" v="129" actId="20577"/>
      <pc:docMkLst>
        <pc:docMk/>
      </pc:docMkLst>
      <pc:sldChg chg="modSp mod">
        <pc:chgData name="Yoshiharu Hamaguchi" userId="470e288704938fe9" providerId="LiveId" clId="{46C12E7F-E35C-42BF-B856-810C3AAE2138}" dt="2024-08-17T07:13:46.984" v="43" actId="20577"/>
        <pc:sldMkLst>
          <pc:docMk/>
          <pc:sldMk cId="634982452" sldId="256"/>
        </pc:sldMkLst>
        <pc:spChg chg="mod">
          <ac:chgData name="Yoshiharu Hamaguchi" userId="470e288704938fe9" providerId="LiveId" clId="{46C12E7F-E35C-42BF-B856-810C3AAE2138}" dt="2024-08-17T07:13:17.184" v="10" actId="20577"/>
          <ac:spMkLst>
            <pc:docMk/>
            <pc:sldMk cId="634982452" sldId="256"/>
            <ac:spMk id="2" creationId="{3F0D190A-A8DB-32F1-0D56-13F6D381B778}"/>
          </ac:spMkLst>
        </pc:spChg>
        <pc:spChg chg="mod">
          <ac:chgData name="Yoshiharu Hamaguchi" userId="470e288704938fe9" providerId="LiveId" clId="{46C12E7F-E35C-42BF-B856-810C3AAE2138}" dt="2024-08-17T07:13:46.984" v="43" actId="20577"/>
          <ac:spMkLst>
            <pc:docMk/>
            <pc:sldMk cId="634982452" sldId="256"/>
            <ac:spMk id="3" creationId="{BC817A74-920C-0926-7C76-24BA4993B9F3}"/>
          </ac:spMkLst>
        </pc:spChg>
      </pc:sldChg>
      <pc:sldChg chg="modSp mod">
        <pc:chgData name="Yoshiharu Hamaguchi" userId="470e288704938fe9" providerId="LiveId" clId="{46C12E7F-E35C-42BF-B856-810C3AAE2138}" dt="2024-08-17T07:14:18.771" v="52" actId="20577"/>
        <pc:sldMkLst>
          <pc:docMk/>
          <pc:sldMk cId="3586103662" sldId="259"/>
        </pc:sldMkLst>
        <pc:spChg chg="mod">
          <ac:chgData name="Yoshiharu Hamaguchi" userId="470e288704938fe9" providerId="LiveId" clId="{46C12E7F-E35C-42BF-B856-810C3AAE2138}" dt="2024-08-17T07:14:18.771" v="52" actId="20577"/>
          <ac:spMkLst>
            <pc:docMk/>
            <pc:sldMk cId="3586103662" sldId="259"/>
            <ac:spMk id="3" creationId="{37025C41-8921-578C-16F8-6B5CF0A93AE0}"/>
          </ac:spMkLst>
        </pc:spChg>
      </pc:sldChg>
      <pc:sldChg chg="modSp mod">
        <pc:chgData name="Yoshiharu Hamaguchi" userId="470e288704938fe9" providerId="LiveId" clId="{46C12E7F-E35C-42BF-B856-810C3AAE2138}" dt="2024-08-17T07:13:56.935" v="45" actId="27636"/>
        <pc:sldMkLst>
          <pc:docMk/>
          <pc:sldMk cId="3422986759" sldId="260"/>
        </pc:sldMkLst>
        <pc:spChg chg="mod">
          <ac:chgData name="Yoshiharu Hamaguchi" userId="470e288704938fe9" providerId="LiveId" clId="{46C12E7F-E35C-42BF-B856-810C3AAE2138}" dt="2024-08-17T07:13:56.935" v="45" actId="27636"/>
          <ac:spMkLst>
            <pc:docMk/>
            <pc:sldMk cId="3422986759" sldId="260"/>
            <ac:spMk id="3" creationId="{37025C41-8921-578C-16F8-6B5CF0A93AE0}"/>
          </ac:spMkLst>
        </pc:spChg>
      </pc:sldChg>
      <pc:sldChg chg="modSp mod">
        <pc:chgData name="Yoshiharu Hamaguchi" userId="470e288704938fe9" providerId="LiveId" clId="{46C12E7F-E35C-42BF-B856-810C3AAE2138}" dt="2024-08-17T07:15:42.746" v="129" actId="20577"/>
        <pc:sldMkLst>
          <pc:docMk/>
          <pc:sldMk cId="4019972730" sldId="262"/>
        </pc:sldMkLst>
        <pc:spChg chg="mod">
          <ac:chgData name="Yoshiharu Hamaguchi" userId="470e288704938fe9" providerId="LiveId" clId="{46C12E7F-E35C-42BF-B856-810C3AAE2138}" dt="2024-08-17T07:15:42.746" v="129" actId="20577"/>
          <ac:spMkLst>
            <pc:docMk/>
            <pc:sldMk cId="4019972730" sldId="262"/>
            <ac:spMk id="3" creationId="{37025C41-8921-578C-16F8-6B5CF0A93AE0}"/>
          </ac:spMkLst>
        </pc:spChg>
      </pc:sldChg>
    </pc:docChg>
  </pc:docChgLst>
  <pc:docChgLst>
    <pc:chgData name="Yoshiharu Hamaguchi" userId="470e288704938fe9" providerId="LiveId" clId="{C43607F1-232B-44DB-B3B2-14DEC55E9315}"/>
    <pc:docChg chg="undo redo custSel addSld delSld modSld sldOrd">
      <pc:chgData name="Yoshiharu Hamaguchi" userId="470e288704938fe9" providerId="LiveId" clId="{C43607F1-232B-44DB-B3B2-14DEC55E9315}" dt="2024-09-25T15:43:37.002" v="6824" actId="6549"/>
      <pc:docMkLst>
        <pc:docMk/>
      </pc:docMkLst>
      <pc:sldChg chg="modSp mod">
        <pc:chgData name="Yoshiharu Hamaguchi" userId="470e288704938fe9" providerId="LiveId" clId="{C43607F1-232B-44DB-B3B2-14DEC55E9315}" dt="2024-09-25T15:42:09.206" v="6806" actId="20577"/>
        <pc:sldMkLst>
          <pc:docMk/>
          <pc:sldMk cId="634982452" sldId="256"/>
        </pc:sldMkLst>
        <pc:spChg chg="mod">
          <ac:chgData name="Yoshiharu Hamaguchi" userId="470e288704938fe9" providerId="LiveId" clId="{C43607F1-232B-44DB-B3B2-14DEC55E9315}" dt="2024-09-25T10:11:46.044" v="3377"/>
          <ac:spMkLst>
            <pc:docMk/>
            <pc:sldMk cId="634982452" sldId="256"/>
            <ac:spMk id="2" creationId="{3F0D190A-A8DB-32F1-0D56-13F6D381B778}"/>
          </ac:spMkLst>
        </pc:spChg>
        <pc:spChg chg="mod">
          <ac:chgData name="Yoshiharu Hamaguchi" userId="470e288704938fe9" providerId="LiveId" clId="{C43607F1-232B-44DB-B3B2-14DEC55E9315}" dt="2024-09-25T15:42:09.206" v="6806" actId="20577"/>
          <ac:spMkLst>
            <pc:docMk/>
            <pc:sldMk cId="634982452" sldId="256"/>
            <ac:spMk id="3" creationId="{BC817A74-920C-0926-7C76-24BA4993B9F3}"/>
          </ac:spMkLst>
        </pc:spChg>
      </pc:sldChg>
      <pc:sldChg chg="modSp mod ord">
        <pc:chgData name="Yoshiharu Hamaguchi" userId="470e288704938fe9" providerId="LiveId" clId="{C43607F1-232B-44DB-B3B2-14DEC55E9315}" dt="2024-09-25T15:42:24.869" v="6815" actId="20577"/>
        <pc:sldMkLst>
          <pc:docMk/>
          <pc:sldMk cId="4019972730" sldId="262"/>
        </pc:sldMkLst>
        <pc:spChg chg="mod">
          <ac:chgData name="Yoshiharu Hamaguchi" userId="470e288704938fe9" providerId="LiveId" clId="{C43607F1-232B-44DB-B3B2-14DEC55E9315}" dt="2024-09-25T10:11:46.044" v="3377"/>
          <ac:spMkLst>
            <pc:docMk/>
            <pc:sldMk cId="4019972730" sldId="262"/>
            <ac:spMk id="2" creationId="{9C784ACA-9376-15C6-DD93-68B5D582FADA}"/>
          </ac:spMkLst>
        </pc:spChg>
        <pc:spChg chg="mod">
          <ac:chgData name="Yoshiharu Hamaguchi" userId="470e288704938fe9" providerId="LiveId" clId="{C43607F1-232B-44DB-B3B2-14DEC55E9315}" dt="2024-09-25T15:42:24.869" v="6815" actId="20577"/>
          <ac:spMkLst>
            <pc:docMk/>
            <pc:sldMk cId="4019972730" sldId="262"/>
            <ac:spMk id="3" creationId="{37025C41-8921-578C-16F8-6B5CF0A93AE0}"/>
          </ac:spMkLst>
        </pc:spChg>
      </pc:sldChg>
      <pc:sldChg chg="modSp add mod">
        <pc:chgData name="Yoshiharu Hamaguchi" userId="470e288704938fe9" providerId="LiveId" clId="{C43607F1-232B-44DB-B3B2-14DEC55E9315}" dt="2024-09-25T15:42:58.235" v="6817" actId="20577"/>
        <pc:sldMkLst>
          <pc:docMk/>
          <pc:sldMk cId="958570635" sldId="263"/>
        </pc:sldMkLst>
        <pc:spChg chg="mod">
          <ac:chgData name="Yoshiharu Hamaguchi" userId="470e288704938fe9" providerId="LiveId" clId="{C43607F1-232B-44DB-B3B2-14DEC55E9315}" dt="2024-09-25T15:42:58.235" v="6817" actId="20577"/>
          <ac:spMkLst>
            <pc:docMk/>
            <pc:sldMk cId="958570635" sldId="263"/>
            <ac:spMk id="2" creationId="{9C784ACA-9376-15C6-DD93-68B5D582FADA}"/>
          </ac:spMkLst>
        </pc:spChg>
        <pc:spChg chg="mod">
          <ac:chgData name="Yoshiharu Hamaguchi" userId="470e288704938fe9" providerId="LiveId" clId="{C43607F1-232B-44DB-B3B2-14DEC55E9315}" dt="2024-09-25T11:59:29.129" v="5429" actId="20577"/>
          <ac:spMkLst>
            <pc:docMk/>
            <pc:sldMk cId="958570635" sldId="263"/>
            <ac:spMk id="3" creationId="{37025C41-8921-578C-16F8-6B5CF0A93AE0}"/>
          </ac:spMkLst>
        </pc:spChg>
      </pc:sldChg>
      <pc:sldChg chg="modSp add mod">
        <pc:chgData name="Yoshiharu Hamaguchi" userId="470e288704938fe9" providerId="LiveId" clId="{C43607F1-232B-44DB-B3B2-14DEC55E9315}" dt="2024-09-25T15:43:37.002" v="6824" actId="6549"/>
        <pc:sldMkLst>
          <pc:docMk/>
          <pc:sldMk cId="3365730422" sldId="264"/>
        </pc:sldMkLst>
        <pc:spChg chg="mod">
          <ac:chgData name="Yoshiharu Hamaguchi" userId="470e288704938fe9" providerId="LiveId" clId="{C43607F1-232B-44DB-B3B2-14DEC55E9315}" dt="2024-09-25T10:11:46.044" v="3377"/>
          <ac:spMkLst>
            <pc:docMk/>
            <pc:sldMk cId="3365730422" sldId="264"/>
            <ac:spMk id="2" creationId="{9C784ACA-9376-15C6-DD93-68B5D582FADA}"/>
          </ac:spMkLst>
        </pc:spChg>
        <pc:spChg chg="mod">
          <ac:chgData name="Yoshiharu Hamaguchi" userId="470e288704938fe9" providerId="LiveId" clId="{C43607F1-232B-44DB-B3B2-14DEC55E9315}" dt="2024-09-25T15:43:37.002" v="6824" actId="6549"/>
          <ac:spMkLst>
            <pc:docMk/>
            <pc:sldMk cId="3365730422" sldId="264"/>
            <ac:spMk id="3" creationId="{37025C41-8921-578C-16F8-6B5CF0A93AE0}"/>
          </ac:spMkLst>
        </pc:spChg>
      </pc:sldChg>
      <pc:sldChg chg="modSp add mod">
        <pc:chgData name="Yoshiharu Hamaguchi" userId="470e288704938fe9" providerId="LiveId" clId="{C43607F1-232B-44DB-B3B2-14DEC55E9315}" dt="2024-09-25T15:43:14.495" v="6821" actId="20577"/>
        <pc:sldMkLst>
          <pc:docMk/>
          <pc:sldMk cId="3485624740" sldId="265"/>
        </pc:sldMkLst>
        <pc:spChg chg="mod">
          <ac:chgData name="Yoshiharu Hamaguchi" userId="470e288704938fe9" providerId="LiveId" clId="{C43607F1-232B-44DB-B3B2-14DEC55E9315}" dt="2024-09-25T15:43:06.076" v="6818" actId="20577"/>
          <ac:spMkLst>
            <pc:docMk/>
            <pc:sldMk cId="3485624740" sldId="265"/>
            <ac:spMk id="2" creationId="{9C784ACA-9376-15C6-DD93-68B5D582FADA}"/>
          </ac:spMkLst>
        </pc:spChg>
        <pc:spChg chg="mod">
          <ac:chgData name="Yoshiharu Hamaguchi" userId="470e288704938fe9" providerId="LiveId" clId="{C43607F1-232B-44DB-B3B2-14DEC55E9315}" dt="2024-09-25T15:43:14.495" v="6821" actId="20577"/>
          <ac:spMkLst>
            <pc:docMk/>
            <pc:sldMk cId="3485624740" sldId="265"/>
            <ac:spMk id="3" creationId="{37025C41-8921-578C-16F8-6B5CF0A93AE0}"/>
          </ac:spMkLst>
        </pc:spChg>
      </pc:sldChg>
      <pc:sldChg chg="addSp delSp modSp add del mod ord">
        <pc:chgData name="Yoshiharu Hamaguchi" userId="470e288704938fe9" providerId="LiveId" clId="{C43607F1-232B-44DB-B3B2-14DEC55E9315}" dt="2024-09-25T15:43:33.374" v="6823" actId="47"/>
        <pc:sldMkLst>
          <pc:docMk/>
          <pc:sldMk cId="3544669301" sldId="266"/>
        </pc:sldMkLst>
        <pc:spChg chg="mod">
          <ac:chgData name="Yoshiharu Hamaguchi" userId="470e288704938fe9" providerId="LiveId" clId="{C43607F1-232B-44DB-B3B2-14DEC55E9315}" dt="2024-09-25T13:30:45.185" v="6550" actId="20577"/>
          <ac:spMkLst>
            <pc:docMk/>
            <pc:sldMk cId="3544669301" sldId="266"/>
            <ac:spMk id="2" creationId="{9C784ACA-9376-15C6-DD93-68B5D582FADA}"/>
          </ac:spMkLst>
        </pc:spChg>
        <pc:spChg chg="del mod">
          <ac:chgData name="Yoshiharu Hamaguchi" userId="470e288704938fe9" providerId="LiveId" clId="{C43607F1-232B-44DB-B3B2-14DEC55E9315}" dt="2024-09-25T12:13:58.063" v="6127" actId="478"/>
          <ac:spMkLst>
            <pc:docMk/>
            <pc:sldMk cId="3544669301" sldId="266"/>
            <ac:spMk id="3" creationId="{37025C41-8921-578C-16F8-6B5CF0A93AE0}"/>
          </ac:spMkLst>
        </pc:spChg>
        <pc:spChg chg="add mod">
          <ac:chgData name="Yoshiharu Hamaguchi" userId="470e288704938fe9" providerId="LiveId" clId="{C43607F1-232B-44DB-B3B2-14DEC55E9315}" dt="2024-09-25T15:24:02.544" v="6637" actId="20577"/>
          <ac:spMkLst>
            <pc:docMk/>
            <pc:sldMk cId="3544669301" sldId="266"/>
            <ac:spMk id="4" creationId="{8C13C9CE-666C-02A7-9EAA-106F1B50AE66}"/>
          </ac:spMkLst>
        </pc:spChg>
        <pc:spChg chg="add mod">
          <ac:chgData name="Yoshiharu Hamaguchi" userId="470e288704938fe9" providerId="LiveId" clId="{C43607F1-232B-44DB-B3B2-14DEC55E9315}" dt="2024-09-25T15:23:37.841" v="6553" actId="1076"/>
          <ac:spMkLst>
            <pc:docMk/>
            <pc:sldMk cId="3544669301" sldId="266"/>
            <ac:spMk id="5" creationId="{38525753-506C-CF9E-DF2A-0368D654E503}"/>
          </ac:spMkLst>
        </pc:spChg>
        <pc:graphicFrameChg chg="add del mod">
          <ac:chgData name="Yoshiharu Hamaguchi" userId="470e288704938fe9" providerId="LiveId" clId="{C43607F1-232B-44DB-B3B2-14DEC55E9315}" dt="2024-09-25T09:11:35.706" v="3118" actId="478"/>
          <ac:graphicFrameMkLst>
            <pc:docMk/>
            <pc:sldMk cId="3544669301" sldId="266"/>
            <ac:graphicFrameMk id="4" creationId="{9638860F-7C2B-CB75-3633-23A88AD1CFFF}"/>
          </ac:graphicFrameMkLst>
        </pc:graphicFrameChg>
      </pc:sldChg>
      <pc:sldChg chg="addSp delSp modSp add mod">
        <pc:chgData name="Yoshiharu Hamaguchi" userId="470e288704938fe9" providerId="LiveId" clId="{C43607F1-232B-44DB-B3B2-14DEC55E9315}" dt="2024-09-25T15:43:23.111" v="6822" actId="20577"/>
        <pc:sldMkLst>
          <pc:docMk/>
          <pc:sldMk cId="768576187" sldId="267"/>
        </pc:sldMkLst>
        <pc:spChg chg="mod">
          <ac:chgData name="Yoshiharu Hamaguchi" userId="470e288704938fe9" providerId="LiveId" clId="{C43607F1-232B-44DB-B3B2-14DEC55E9315}" dt="2024-09-25T15:43:23.111" v="6822" actId="20577"/>
          <ac:spMkLst>
            <pc:docMk/>
            <pc:sldMk cId="768576187" sldId="267"/>
            <ac:spMk id="2" creationId="{9C784ACA-9376-15C6-DD93-68B5D582FADA}"/>
          </ac:spMkLst>
        </pc:spChg>
        <pc:spChg chg="mod">
          <ac:chgData name="Yoshiharu Hamaguchi" userId="470e288704938fe9" providerId="LiveId" clId="{C43607F1-232B-44DB-B3B2-14DEC55E9315}" dt="2024-09-25T12:39:33.816" v="6418" actId="20577"/>
          <ac:spMkLst>
            <pc:docMk/>
            <pc:sldMk cId="768576187" sldId="267"/>
            <ac:spMk id="3" creationId="{37025C41-8921-578C-16F8-6B5CF0A93AE0}"/>
          </ac:spMkLst>
        </pc:spChg>
        <pc:graphicFrameChg chg="add mod">
          <ac:chgData name="Yoshiharu Hamaguchi" userId="470e288704938fe9" providerId="LiveId" clId="{C43607F1-232B-44DB-B3B2-14DEC55E9315}" dt="2024-09-25T12:12:56.408" v="6045" actId="1076"/>
          <ac:graphicFrameMkLst>
            <pc:docMk/>
            <pc:sldMk cId="768576187" sldId="267"/>
            <ac:graphicFrameMk id="4" creationId="{4E5D5511-B581-66FB-A2EC-FFB9111D8C73}"/>
          </ac:graphicFrameMkLst>
        </pc:graphicFrameChg>
        <pc:graphicFrameChg chg="del">
          <ac:chgData name="Yoshiharu Hamaguchi" userId="470e288704938fe9" providerId="LiveId" clId="{C43607F1-232B-44DB-B3B2-14DEC55E9315}" dt="2024-09-25T09:09:05.412" v="2871" actId="478"/>
          <ac:graphicFrameMkLst>
            <pc:docMk/>
            <pc:sldMk cId="768576187" sldId="267"/>
            <ac:graphicFrameMk id="4" creationId="{9638860F-7C2B-CB75-3633-23A88AD1CFFF}"/>
          </ac:graphicFrameMkLst>
        </pc:graphicFrameChg>
      </pc:sldChg>
      <pc:sldChg chg="addSp delSp modSp add del mod">
        <pc:chgData name="Yoshiharu Hamaguchi" userId="470e288704938fe9" providerId="LiveId" clId="{C43607F1-232B-44DB-B3B2-14DEC55E9315}" dt="2024-09-25T15:41:14.757" v="6783" actId="47"/>
        <pc:sldMkLst>
          <pc:docMk/>
          <pc:sldMk cId="840589698" sldId="268"/>
        </pc:sldMkLst>
        <pc:spChg chg="mod">
          <ac:chgData name="Yoshiharu Hamaguchi" userId="470e288704938fe9" providerId="LiveId" clId="{C43607F1-232B-44DB-B3B2-14DEC55E9315}" dt="2024-09-25T11:54:23.312" v="5068" actId="20577"/>
          <ac:spMkLst>
            <pc:docMk/>
            <pc:sldMk cId="840589698" sldId="268"/>
            <ac:spMk id="2" creationId="{9C784ACA-9376-15C6-DD93-68B5D582FADA}"/>
          </ac:spMkLst>
        </pc:spChg>
        <pc:spChg chg="mod">
          <ac:chgData name="Yoshiharu Hamaguchi" userId="470e288704938fe9" providerId="LiveId" clId="{C43607F1-232B-44DB-B3B2-14DEC55E9315}" dt="2024-09-25T11:55:02.095" v="5109" actId="1035"/>
          <ac:spMkLst>
            <pc:docMk/>
            <pc:sldMk cId="840589698" sldId="268"/>
            <ac:spMk id="3" creationId="{37025C41-8921-578C-16F8-6B5CF0A93AE0}"/>
          </ac:spMkLst>
        </pc:spChg>
        <pc:spChg chg="add del mod">
          <ac:chgData name="Yoshiharu Hamaguchi" userId="470e288704938fe9" providerId="LiveId" clId="{C43607F1-232B-44DB-B3B2-14DEC55E9315}" dt="2024-09-25T10:16:39.785" v="3447" actId="11529"/>
          <ac:spMkLst>
            <pc:docMk/>
            <pc:sldMk cId="840589698" sldId="268"/>
            <ac:spMk id="4" creationId="{F98FC884-FBB8-61AD-34FB-0D85D813F28B}"/>
          </ac:spMkLst>
        </pc:spChg>
        <pc:spChg chg="add mod">
          <ac:chgData name="Yoshiharu Hamaguchi" userId="470e288704938fe9" providerId="LiveId" clId="{C43607F1-232B-44DB-B3B2-14DEC55E9315}" dt="2024-09-25T10:16:39.267" v="3446" actId="571"/>
          <ac:spMkLst>
            <pc:docMk/>
            <pc:sldMk cId="840589698" sldId="268"/>
            <ac:spMk id="5" creationId="{F23FD391-2473-6A83-F034-27A86E8878C2}"/>
          </ac:spMkLst>
        </pc:spChg>
        <pc:spChg chg="add del">
          <ac:chgData name="Yoshiharu Hamaguchi" userId="470e288704938fe9" providerId="LiveId" clId="{C43607F1-232B-44DB-B3B2-14DEC55E9315}" dt="2024-09-25T10:18:36.849" v="3472" actId="478"/>
          <ac:spMkLst>
            <pc:docMk/>
            <pc:sldMk cId="840589698" sldId="268"/>
            <ac:spMk id="12" creationId="{5320D42A-23DA-4C62-811E-03B9E5D4BC45}"/>
          </ac:spMkLst>
        </pc:spChg>
        <pc:spChg chg="add mod">
          <ac:chgData name="Yoshiharu Hamaguchi" userId="470e288704938fe9" providerId="LiveId" clId="{C43607F1-232B-44DB-B3B2-14DEC55E9315}" dt="2024-09-25T12:00:41.153" v="5465" actId="20577"/>
          <ac:spMkLst>
            <pc:docMk/>
            <pc:sldMk cId="840589698" sldId="268"/>
            <ac:spMk id="17" creationId="{22EFD490-063C-E600-DC74-E61C4AD29849}"/>
          </ac:spMkLst>
        </pc:spChg>
        <pc:spChg chg="add del mod">
          <ac:chgData name="Yoshiharu Hamaguchi" userId="470e288704938fe9" providerId="LiveId" clId="{C43607F1-232B-44DB-B3B2-14DEC55E9315}" dt="2024-09-25T10:21:45.687" v="3627"/>
          <ac:spMkLst>
            <pc:docMk/>
            <pc:sldMk cId="840589698" sldId="268"/>
            <ac:spMk id="18" creationId="{AFC52DAA-C20B-D63E-784B-8FAFBC832FAE}"/>
          </ac:spMkLst>
        </pc:spChg>
        <pc:spChg chg="add mod">
          <ac:chgData name="Yoshiharu Hamaguchi" userId="470e288704938fe9" providerId="LiveId" clId="{C43607F1-232B-44DB-B3B2-14DEC55E9315}" dt="2024-09-25T11:55:02.095" v="5109" actId="1035"/>
          <ac:spMkLst>
            <pc:docMk/>
            <pc:sldMk cId="840589698" sldId="268"/>
            <ac:spMk id="19" creationId="{2CDCB588-1E89-B1B4-BB6B-210B5ECD1361}"/>
          </ac:spMkLst>
        </pc:spChg>
        <pc:spChg chg="add mod">
          <ac:chgData name="Yoshiharu Hamaguchi" userId="470e288704938fe9" providerId="LiveId" clId="{C43607F1-232B-44DB-B3B2-14DEC55E9315}" dt="2024-09-25T11:55:02.095" v="5109" actId="1035"/>
          <ac:spMkLst>
            <pc:docMk/>
            <pc:sldMk cId="840589698" sldId="268"/>
            <ac:spMk id="20" creationId="{5D996A43-DC64-4070-A3C0-8AEBA9493CE6}"/>
          </ac:spMkLst>
        </pc:spChg>
        <pc:spChg chg="add mod">
          <ac:chgData name="Yoshiharu Hamaguchi" userId="470e288704938fe9" providerId="LiveId" clId="{C43607F1-232B-44DB-B3B2-14DEC55E9315}" dt="2024-09-25T12:01:51.040" v="5503" actId="20577"/>
          <ac:spMkLst>
            <pc:docMk/>
            <pc:sldMk cId="840589698" sldId="268"/>
            <ac:spMk id="21" creationId="{7EB19867-148A-D7FC-9274-4234BFD3440B}"/>
          </ac:spMkLst>
        </pc:spChg>
        <pc:spChg chg="add mod">
          <ac:chgData name="Yoshiharu Hamaguchi" userId="470e288704938fe9" providerId="LiveId" clId="{C43607F1-232B-44DB-B3B2-14DEC55E9315}" dt="2024-09-25T10:22:00.581" v="3631" actId="571"/>
          <ac:spMkLst>
            <pc:docMk/>
            <pc:sldMk cId="840589698" sldId="268"/>
            <ac:spMk id="22" creationId="{CBA24C83-4831-1386-386F-530CF522B95C}"/>
          </ac:spMkLst>
        </pc:spChg>
        <pc:spChg chg="add mod">
          <ac:chgData name="Yoshiharu Hamaguchi" userId="470e288704938fe9" providerId="LiveId" clId="{C43607F1-232B-44DB-B3B2-14DEC55E9315}" dt="2024-09-25T10:22:00.581" v="3631" actId="571"/>
          <ac:spMkLst>
            <pc:docMk/>
            <pc:sldMk cId="840589698" sldId="268"/>
            <ac:spMk id="23" creationId="{0D782016-83C1-6806-9341-108657EA9BA8}"/>
          </ac:spMkLst>
        </pc:spChg>
        <pc:spChg chg="add mod ord">
          <ac:chgData name="Yoshiharu Hamaguchi" userId="470e288704938fe9" providerId="LiveId" clId="{C43607F1-232B-44DB-B3B2-14DEC55E9315}" dt="2024-09-25T11:55:02.095" v="5109" actId="1035"/>
          <ac:spMkLst>
            <pc:docMk/>
            <pc:sldMk cId="840589698" sldId="268"/>
            <ac:spMk id="24" creationId="{2C710E95-554D-F235-C3F1-BF13E1AA1068}"/>
          </ac:spMkLst>
        </pc:spChg>
        <pc:spChg chg="add mod ord">
          <ac:chgData name="Yoshiharu Hamaguchi" userId="470e288704938fe9" providerId="LiveId" clId="{C43607F1-232B-44DB-B3B2-14DEC55E9315}" dt="2024-09-25T11:55:02.095" v="5109" actId="1035"/>
          <ac:spMkLst>
            <pc:docMk/>
            <pc:sldMk cId="840589698" sldId="268"/>
            <ac:spMk id="25" creationId="{432FD002-C3EC-95AB-E364-BC60A7440B0A}"/>
          </ac:spMkLst>
        </pc:spChg>
        <pc:spChg chg="add mod ord">
          <ac:chgData name="Yoshiharu Hamaguchi" userId="470e288704938fe9" providerId="LiveId" clId="{C43607F1-232B-44DB-B3B2-14DEC55E9315}" dt="2024-09-25T11:55:02.095" v="5109" actId="1035"/>
          <ac:spMkLst>
            <pc:docMk/>
            <pc:sldMk cId="840589698" sldId="268"/>
            <ac:spMk id="26" creationId="{0A5DCF7B-D5B4-2BE2-5871-8EED0BA9AE2C}"/>
          </ac:spMkLst>
        </pc:spChg>
        <pc:spChg chg="add mod">
          <ac:chgData name="Yoshiharu Hamaguchi" userId="470e288704938fe9" providerId="LiveId" clId="{C43607F1-232B-44DB-B3B2-14DEC55E9315}" dt="2024-09-25T12:03:08.078" v="5525" actId="1036"/>
          <ac:spMkLst>
            <pc:docMk/>
            <pc:sldMk cId="840589698" sldId="268"/>
            <ac:spMk id="27" creationId="{D7F52068-5699-1CBA-7FBA-D813809E2F1F}"/>
          </ac:spMkLst>
        </pc:spChg>
        <pc:spChg chg="add mod">
          <ac:chgData name="Yoshiharu Hamaguchi" userId="470e288704938fe9" providerId="LiveId" clId="{C43607F1-232B-44DB-B3B2-14DEC55E9315}" dt="2024-09-25T10:27:34.883" v="3851" actId="571"/>
          <ac:spMkLst>
            <pc:docMk/>
            <pc:sldMk cId="840589698" sldId="268"/>
            <ac:spMk id="28" creationId="{FD64C395-4E8A-6520-A2FE-4A7B5009B0AB}"/>
          </ac:spMkLst>
        </pc:spChg>
        <pc:spChg chg="add mod">
          <ac:chgData name="Yoshiharu Hamaguchi" userId="470e288704938fe9" providerId="LiveId" clId="{C43607F1-232B-44DB-B3B2-14DEC55E9315}" dt="2024-09-25T10:27:38.841" v="3853" actId="571"/>
          <ac:spMkLst>
            <pc:docMk/>
            <pc:sldMk cId="840589698" sldId="268"/>
            <ac:spMk id="29" creationId="{8D074A2A-D5C9-BBC7-E92D-C9565B37A9E9}"/>
          </ac:spMkLst>
        </pc:spChg>
        <pc:spChg chg="add mod">
          <ac:chgData name="Yoshiharu Hamaguchi" userId="470e288704938fe9" providerId="LiveId" clId="{C43607F1-232B-44DB-B3B2-14DEC55E9315}" dt="2024-09-25T11:55:02.095" v="5109" actId="1035"/>
          <ac:spMkLst>
            <pc:docMk/>
            <pc:sldMk cId="840589698" sldId="268"/>
            <ac:spMk id="30" creationId="{9F8A6BA6-9C05-8916-B855-7146EEBA1167}"/>
          </ac:spMkLst>
        </pc:spChg>
        <pc:spChg chg="add mod">
          <ac:chgData name="Yoshiharu Hamaguchi" userId="470e288704938fe9" providerId="LiveId" clId="{C43607F1-232B-44DB-B3B2-14DEC55E9315}" dt="2024-09-25T11:55:02.095" v="5109" actId="1035"/>
          <ac:spMkLst>
            <pc:docMk/>
            <pc:sldMk cId="840589698" sldId="268"/>
            <ac:spMk id="31" creationId="{84235BB5-BE18-15D2-8BB3-E9CB549D6AB3}"/>
          </ac:spMkLst>
        </pc:spChg>
        <pc:spChg chg="add mod">
          <ac:chgData name="Yoshiharu Hamaguchi" userId="470e288704938fe9" providerId="LiveId" clId="{C43607F1-232B-44DB-B3B2-14DEC55E9315}" dt="2024-09-25T11:55:02.095" v="5109" actId="1035"/>
          <ac:spMkLst>
            <pc:docMk/>
            <pc:sldMk cId="840589698" sldId="268"/>
            <ac:spMk id="32" creationId="{CD126C2D-904F-6F62-E142-CA8F1BBD0251}"/>
          </ac:spMkLst>
        </pc:spChg>
        <pc:spChg chg="add mod">
          <ac:chgData name="Yoshiharu Hamaguchi" userId="470e288704938fe9" providerId="LiveId" clId="{C43607F1-232B-44DB-B3B2-14DEC55E9315}" dt="2024-09-25T11:55:02.095" v="5109" actId="1035"/>
          <ac:spMkLst>
            <pc:docMk/>
            <pc:sldMk cId="840589698" sldId="268"/>
            <ac:spMk id="33" creationId="{0FB338FD-35EF-30D7-06A9-7A1B992B2830}"/>
          </ac:spMkLst>
        </pc:spChg>
        <pc:spChg chg="add del mod">
          <ac:chgData name="Yoshiharu Hamaguchi" userId="470e288704938fe9" providerId="LiveId" clId="{C43607F1-232B-44DB-B3B2-14DEC55E9315}" dt="2024-09-25T10:35:09.999" v="4180" actId="478"/>
          <ac:spMkLst>
            <pc:docMk/>
            <pc:sldMk cId="840589698" sldId="268"/>
            <ac:spMk id="34" creationId="{A50A472D-4099-8DAF-24F2-AF418F2F9C79}"/>
          </ac:spMkLst>
        </pc:spChg>
        <pc:spChg chg="add mod">
          <ac:chgData name="Yoshiharu Hamaguchi" userId="470e288704938fe9" providerId="LiveId" clId="{C43607F1-232B-44DB-B3B2-14DEC55E9315}" dt="2024-09-25T11:55:02.095" v="5109" actId="1035"/>
          <ac:spMkLst>
            <pc:docMk/>
            <pc:sldMk cId="840589698" sldId="268"/>
            <ac:spMk id="35" creationId="{1AFFE9F5-AE2D-EBB6-D84B-C52DD42E357B}"/>
          </ac:spMkLst>
        </pc:spChg>
        <pc:spChg chg="add mod">
          <ac:chgData name="Yoshiharu Hamaguchi" userId="470e288704938fe9" providerId="LiveId" clId="{C43607F1-232B-44DB-B3B2-14DEC55E9315}" dt="2024-09-25T10:39:29.891" v="4299" actId="571"/>
          <ac:spMkLst>
            <pc:docMk/>
            <pc:sldMk cId="840589698" sldId="268"/>
            <ac:spMk id="36" creationId="{24F56B13-3AC6-7FDD-8B46-EE30294A3D96}"/>
          </ac:spMkLst>
        </pc:spChg>
        <pc:spChg chg="add mod ord">
          <ac:chgData name="Yoshiharu Hamaguchi" userId="470e288704938fe9" providerId="LiveId" clId="{C43607F1-232B-44DB-B3B2-14DEC55E9315}" dt="2024-09-25T11:55:02.095" v="5109" actId="1035"/>
          <ac:spMkLst>
            <pc:docMk/>
            <pc:sldMk cId="840589698" sldId="268"/>
            <ac:spMk id="37" creationId="{D1058EA4-8932-1FDF-0C0E-3BD94FD33D65}"/>
          </ac:spMkLst>
        </pc:spChg>
        <pc:spChg chg="add mod ord">
          <ac:chgData name="Yoshiharu Hamaguchi" userId="470e288704938fe9" providerId="LiveId" clId="{C43607F1-232B-44DB-B3B2-14DEC55E9315}" dt="2024-09-25T11:55:02.095" v="5109" actId="1035"/>
          <ac:spMkLst>
            <pc:docMk/>
            <pc:sldMk cId="840589698" sldId="268"/>
            <ac:spMk id="38" creationId="{1A3E6AA3-18D3-7A9B-F0B1-B7633BF22430}"/>
          </ac:spMkLst>
        </pc:spChg>
        <pc:spChg chg="add mod ord">
          <ac:chgData name="Yoshiharu Hamaguchi" userId="470e288704938fe9" providerId="LiveId" clId="{C43607F1-232B-44DB-B3B2-14DEC55E9315}" dt="2024-09-25T11:55:02.095" v="5109" actId="1035"/>
          <ac:spMkLst>
            <pc:docMk/>
            <pc:sldMk cId="840589698" sldId="268"/>
            <ac:spMk id="39" creationId="{8A7149DE-6BB3-5177-C779-82DBB0881054}"/>
          </ac:spMkLst>
        </pc:spChg>
        <pc:spChg chg="add mod">
          <ac:chgData name="Yoshiharu Hamaguchi" userId="470e288704938fe9" providerId="LiveId" clId="{C43607F1-232B-44DB-B3B2-14DEC55E9315}" dt="2024-09-25T11:55:02.095" v="5109" actId="1035"/>
          <ac:spMkLst>
            <pc:docMk/>
            <pc:sldMk cId="840589698" sldId="268"/>
            <ac:spMk id="40" creationId="{AE3EDBDD-CC31-46D4-A001-B6C397E7D5A7}"/>
          </ac:spMkLst>
        </pc:spChg>
        <pc:spChg chg="add mod">
          <ac:chgData name="Yoshiharu Hamaguchi" userId="470e288704938fe9" providerId="LiveId" clId="{C43607F1-232B-44DB-B3B2-14DEC55E9315}" dt="2024-09-25T12:02:19.942" v="5505" actId="20577"/>
          <ac:spMkLst>
            <pc:docMk/>
            <pc:sldMk cId="840589698" sldId="268"/>
            <ac:spMk id="41" creationId="{78EB841D-7EEE-856E-2816-A546A25A6747}"/>
          </ac:spMkLst>
        </pc:spChg>
        <pc:spChg chg="add mod">
          <ac:chgData name="Yoshiharu Hamaguchi" userId="470e288704938fe9" providerId="LiveId" clId="{C43607F1-232B-44DB-B3B2-14DEC55E9315}" dt="2024-09-25T11:55:02.095" v="5109" actId="1035"/>
          <ac:spMkLst>
            <pc:docMk/>
            <pc:sldMk cId="840589698" sldId="268"/>
            <ac:spMk id="42" creationId="{25617D89-2A2A-DD7D-7316-1D4B0FFFD10C}"/>
          </ac:spMkLst>
        </pc:spChg>
        <pc:spChg chg="add mod">
          <ac:chgData name="Yoshiharu Hamaguchi" userId="470e288704938fe9" providerId="LiveId" clId="{C43607F1-232B-44DB-B3B2-14DEC55E9315}" dt="2024-09-25T11:55:02.095" v="5109" actId="1035"/>
          <ac:spMkLst>
            <pc:docMk/>
            <pc:sldMk cId="840589698" sldId="268"/>
            <ac:spMk id="43" creationId="{5FCB99EE-0845-55B5-25FB-9528EA5E62DB}"/>
          </ac:spMkLst>
        </pc:spChg>
        <pc:spChg chg="add del">
          <ac:chgData name="Yoshiharu Hamaguchi" userId="470e288704938fe9" providerId="LiveId" clId="{C43607F1-232B-44DB-B3B2-14DEC55E9315}" dt="2024-09-25T11:27:52.577" v="4545" actId="11529"/>
          <ac:spMkLst>
            <pc:docMk/>
            <pc:sldMk cId="840589698" sldId="268"/>
            <ac:spMk id="46" creationId="{864648D8-4C7D-49CB-AC03-A530324A6D1F}"/>
          </ac:spMkLst>
        </pc:spChg>
        <pc:spChg chg="add mod">
          <ac:chgData name="Yoshiharu Hamaguchi" userId="470e288704938fe9" providerId="LiveId" clId="{C43607F1-232B-44DB-B3B2-14DEC55E9315}" dt="2024-09-25T12:22:51.936" v="6363" actId="1076"/>
          <ac:spMkLst>
            <pc:docMk/>
            <pc:sldMk cId="840589698" sldId="268"/>
            <ac:spMk id="53" creationId="{2EBDE60C-B3C7-8BCA-38EB-2B2EE296631D}"/>
          </ac:spMkLst>
        </pc:spChg>
        <pc:spChg chg="add mod">
          <ac:chgData name="Yoshiharu Hamaguchi" userId="470e288704938fe9" providerId="LiveId" clId="{C43607F1-232B-44DB-B3B2-14DEC55E9315}" dt="2024-09-25T11:29:12.246" v="4591" actId="571"/>
          <ac:spMkLst>
            <pc:docMk/>
            <pc:sldMk cId="840589698" sldId="268"/>
            <ac:spMk id="54" creationId="{64213D1F-62E0-6FE2-8DD0-98A0F7965A20}"/>
          </ac:spMkLst>
        </pc:spChg>
        <pc:spChg chg="add mod">
          <ac:chgData name="Yoshiharu Hamaguchi" userId="470e288704938fe9" providerId="LiveId" clId="{C43607F1-232B-44DB-B3B2-14DEC55E9315}" dt="2024-09-25T11:30:21.518" v="4611" actId="571"/>
          <ac:spMkLst>
            <pc:docMk/>
            <pc:sldMk cId="840589698" sldId="268"/>
            <ac:spMk id="69" creationId="{87F80CD8-AD9D-76E0-D20C-888BEB7DBF63}"/>
          </ac:spMkLst>
        </pc:spChg>
        <pc:spChg chg="add mod">
          <ac:chgData name="Yoshiharu Hamaguchi" userId="470e288704938fe9" providerId="LiveId" clId="{C43607F1-232B-44DB-B3B2-14DEC55E9315}" dt="2024-09-25T11:55:02.095" v="5109" actId="1035"/>
          <ac:spMkLst>
            <pc:docMk/>
            <pc:sldMk cId="840589698" sldId="268"/>
            <ac:spMk id="72" creationId="{741FC192-317D-477E-05E4-6AE0AEEE4091}"/>
          </ac:spMkLst>
        </pc:spChg>
        <pc:spChg chg="add del mod ord">
          <ac:chgData name="Yoshiharu Hamaguchi" userId="470e288704938fe9" providerId="LiveId" clId="{C43607F1-232B-44DB-B3B2-14DEC55E9315}" dt="2024-09-25T11:42:15.199" v="4772" actId="478"/>
          <ac:spMkLst>
            <pc:docMk/>
            <pc:sldMk cId="840589698" sldId="268"/>
            <ac:spMk id="73" creationId="{F290F820-E77D-22D6-2914-B8FF9F15771A}"/>
          </ac:spMkLst>
        </pc:spChg>
        <pc:spChg chg="add del mod ord">
          <ac:chgData name="Yoshiharu Hamaguchi" userId="470e288704938fe9" providerId="LiveId" clId="{C43607F1-232B-44DB-B3B2-14DEC55E9315}" dt="2024-09-25T11:42:39.516" v="4783" actId="478"/>
          <ac:spMkLst>
            <pc:docMk/>
            <pc:sldMk cId="840589698" sldId="268"/>
            <ac:spMk id="74" creationId="{773FC1F2-A6BB-000C-C4C6-25ED96C57065}"/>
          </ac:spMkLst>
        </pc:spChg>
        <pc:spChg chg="add del mod ord">
          <ac:chgData name="Yoshiharu Hamaguchi" userId="470e288704938fe9" providerId="LiveId" clId="{C43607F1-232B-44DB-B3B2-14DEC55E9315}" dt="2024-09-25T11:42:38.906" v="4782" actId="478"/>
          <ac:spMkLst>
            <pc:docMk/>
            <pc:sldMk cId="840589698" sldId="268"/>
            <ac:spMk id="76" creationId="{579EA042-E61D-672A-3ED1-E044253656A2}"/>
          </ac:spMkLst>
        </pc:spChg>
        <pc:spChg chg="add mod ord">
          <ac:chgData name="Yoshiharu Hamaguchi" userId="470e288704938fe9" providerId="LiveId" clId="{C43607F1-232B-44DB-B3B2-14DEC55E9315}" dt="2024-09-25T13:28:46.984" v="6464" actId="207"/>
          <ac:spMkLst>
            <pc:docMk/>
            <pc:sldMk cId="840589698" sldId="268"/>
            <ac:spMk id="77" creationId="{A8393CBC-1EA9-35DD-1457-F7D76951A781}"/>
          </ac:spMkLst>
        </pc:spChg>
        <pc:spChg chg="add mod">
          <ac:chgData name="Yoshiharu Hamaguchi" userId="470e288704938fe9" providerId="LiveId" clId="{C43607F1-232B-44DB-B3B2-14DEC55E9315}" dt="2024-09-25T11:55:02.095" v="5109" actId="1035"/>
          <ac:spMkLst>
            <pc:docMk/>
            <pc:sldMk cId="840589698" sldId="268"/>
            <ac:spMk id="83" creationId="{CCD52B30-82F7-87C0-989A-283F3DA60F6E}"/>
          </ac:spMkLst>
        </pc:spChg>
        <pc:spChg chg="add mod">
          <ac:chgData name="Yoshiharu Hamaguchi" userId="470e288704938fe9" providerId="LiveId" clId="{C43607F1-232B-44DB-B3B2-14DEC55E9315}" dt="2024-09-25T13:28:31.859" v="6463" actId="13822"/>
          <ac:spMkLst>
            <pc:docMk/>
            <pc:sldMk cId="840589698" sldId="268"/>
            <ac:spMk id="84" creationId="{A83C95F3-56CE-A8BE-4166-5101A47E4447}"/>
          </ac:spMkLst>
        </pc:spChg>
        <pc:spChg chg="add mod">
          <ac:chgData name="Yoshiharu Hamaguchi" userId="470e288704938fe9" providerId="LiveId" clId="{C43607F1-232B-44DB-B3B2-14DEC55E9315}" dt="2024-09-25T13:29:00.213" v="6471" actId="20577"/>
          <ac:spMkLst>
            <pc:docMk/>
            <pc:sldMk cId="840589698" sldId="268"/>
            <ac:spMk id="185" creationId="{130A0482-3284-7713-A99C-40E52448C831}"/>
          </ac:spMkLst>
        </pc:spChg>
        <pc:spChg chg="add del">
          <ac:chgData name="Yoshiharu Hamaguchi" userId="470e288704938fe9" providerId="LiveId" clId="{C43607F1-232B-44DB-B3B2-14DEC55E9315}" dt="2024-09-25T11:55:17.262" v="5111" actId="22"/>
          <ac:spMkLst>
            <pc:docMk/>
            <pc:sldMk cId="840589698" sldId="268"/>
            <ac:spMk id="187" creationId="{87941EAC-51C0-CC28-E79E-4F55F2887F3F}"/>
          </ac:spMkLst>
        </pc:spChg>
        <pc:spChg chg="add mod">
          <ac:chgData name="Yoshiharu Hamaguchi" userId="470e288704938fe9" providerId="LiveId" clId="{C43607F1-232B-44DB-B3B2-14DEC55E9315}" dt="2024-09-25T11:56:06.974" v="5238" actId="20577"/>
          <ac:spMkLst>
            <pc:docMk/>
            <pc:sldMk cId="840589698" sldId="268"/>
            <ac:spMk id="188" creationId="{11DC7CAE-5817-27B1-97A7-D38E5318A4A0}"/>
          </ac:spMkLst>
        </pc:spChg>
        <pc:grpChg chg="add del mod">
          <ac:chgData name="Yoshiharu Hamaguchi" userId="470e288704938fe9" providerId="LiveId" clId="{C43607F1-232B-44DB-B3B2-14DEC55E9315}" dt="2024-09-25T10:17:45.403" v="3466"/>
          <ac:grpSpMkLst>
            <pc:docMk/>
            <pc:sldMk cId="840589698" sldId="268"/>
            <ac:grpSpMk id="12" creationId="{D18CFD05-BBD4-36DD-DA7F-F09469CCC1B5}"/>
          </ac:grpSpMkLst>
        </pc:grpChg>
        <pc:grpChg chg="mod">
          <ac:chgData name="Yoshiharu Hamaguchi" userId="470e288704938fe9" providerId="LiveId" clId="{C43607F1-232B-44DB-B3B2-14DEC55E9315}" dt="2024-09-25T10:17:44.851" v="3464"/>
          <ac:grpSpMkLst>
            <pc:docMk/>
            <pc:sldMk cId="840589698" sldId="268"/>
            <ac:grpSpMk id="14" creationId="{A627047E-2A2A-4D8C-231E-9EB8FB591DA6}"/>
          </ac:grpSpMkLst>
        </pc:grpChg>
        <pc:picChg chg="add mod">
          <ac:chgData name="Yoshiharu Hamaguchi" userId="470e288704938fe9" providerId="LiveId" clId="{C43607F1-232B-44DB-B3B2-14DEC55E9315}" dt="2024-09-25T13:27:50.902" v="6461" actId="27349"/>
          <ac:picMkLst>
            <pc:docMk/>
            <pc:sldMk cId="840589698" sldId="268"/>
            <ac:picMk id="45" creationId="{59F021CE-0421-4999-5D7E-4689EC7A3063}"/>
          </ac:picMkLst>
        </pc:picChg>
        <pc:inkChg chg="add del">
          <ac:chgData name="Yoshiharu Hamaguchi" userId="470e288704938fe9" providerId="LiveId" clId="{C43607F1-232B-44DB-B3B2-14DEC55E9315}" dt="2024-09-25T10:16:57.865" v="3451" actId="9405"/>
          <ac:inkMkLst>
            <pc:docMk/>
            <pc:sldMk cId="840589698" sldId="268"/>
            <ac:inkMk id="6" creationId="{FAE79509-3D4A-0016-37ED-9DFA4CF740B5}"/>
          </ac:inkMkLst>
        </pc:inkChg>
        <pc:inkChg chg="add del">
          <ac:chgData name="Yoshiharu Hamaguchi" userId="470e288704938fe9" providerId="LiveId" clId="{C43607F1-232B-44DB-B3B2-14DEC55E9315}" dt="2024-09-25T10:16:57.597" v="3450" actId="9405"/>
          <ac:inkMkLst>
            <pc:docMk/>
            <pc:sldMk cId="840589698" sldId="268"/>
            <ac:inkMk id="7" creationId="{98E353E4-EBA4-9D1B-5CD1-850702D68DDF}"/>
          </ac:inkMkLst>
        </pc:inkChg>
        <pc:inkChg chg="add del">
          <ac:chgData name="Yoshiharu Hamaguchi" userId="470e288704938fe9" providerId="LiveId" clId="{C43607F1-232B-44DB-B3B2-14DEC55E9315}" dt="2024-09-25T10:17:10.699" v="3455" actId="9405"/>
          <ac:inkMkLst>
            <pc:docMk/>
            <pc:sldMk cId="840589698" sldId="268"/>
            <ac:inkMk id="8" creationId="{B4F14106-ED05-88B4-EAA5-FEB689F36E46}"/>
          </ac:inkMkLst>
        </pc:inkChg>
        <pc:inkChg chg="add del">
          <ac:chgData name="Yoshiharu Hamaguchi" userId="470e288704938fe9" providerId="LiveId" clId="{C43607F1-232B-44DB-B3B2-14DEC55E9315}" dt="2024-09-25T10:17:10.294" v="3454" actId="9405"/>
          <ac:inkMkLst>
            <pc:docMk/>
            <pc:sldMk cId="840589698" sldId="268"/>
            <ac:inkMk id="9" creationId="{639922C2-285F-57E3-FEDB-28FF36A73624}"/>
          </ac:inkMkLst>
        </pc:inkChg>
        <pc:inkChg chg="add del mod">
          <ac:chgData name="Yoshiharu Hamaguchi" userId="470e288704938fe9" providerId="LiveId" clId="{C43607F1-232B-44DB-B3B2-14DEC55E9315}" dt="2024-09-25T10:17:45.797" v="3467" actId="9405"/>
          <ac:inkMkLst>
            <pc:docMk/>
            <pc:sldMk cId="840589698" sldId="268"/>
            <ac:inkMk id="10" creationId="{A86EA2E0-B3D3-C193-7730-F1D3FD323FDF}"/>
          </ac:inkMkLst>
        </pc:inkChg>
        <pc:inkChg chg="add del mod">
          <ac:chgData name="Yoshiharu Hamaguchi" userId="470e288704938fe9" providerId="LiveId" clId="{C43607F1-232B-44DB-B3B2-14DEC55E9315}" dt="2024-09-25T10:17:45.403" v="3466"/>
          <ac:inkMkLst>
            <pc:docMk/>
            <pc:sldMk cId="840589698" sldId="268"/>
            <ac:inkMk id="11" creationId="{72C41B7C-67A6-DEEE-2985-21572EE01F2E}"/>
          </ac:inkMkLst>
        </pc:inkChg>
        <pc:inkChg chg="add del mod">
          <ac:chgData name="Yoshiharu Hamaguchi" userId="470e288704938fe9" providerId="LiveId" clId="{C43607F1-232B-44DB-B3B2-14DEC55E9315}" dt="2024-09-25T10:17:44.851" v="3464"/>
          <ac:inkMkLst>
            <pc:docMk/>
            <pc:sldMk cId="840589698" sldId="268"/>
            <ac:inkMk id="13" creationId="{C4D40D36-0343-45FA-6BF6-4981DF8A865E}"/>
          </ac:inkMkLst>
        </pc:inkChg>
        <pc:inkChg chg="add del">
          <ac:chgData name="Yoshiharu Hamaguchi" userId="470e288704938fe9" providerId="LiveId" clId="{C43607F1-232B-44DB-B3B2-14DEC55E9315}" dt="2024-09-25T10:18:06.916" v="3469" actId="34122"/>
          <ac:inkMkLst>
            <pc:docMk/>
            <pc:sldMk cId="840589698" sldId="268"/>
            <ac:inkMk id="15" creationId="{711A4B6F-C1B4-18D2-74EE-5C16BF14D5D2}"/>
          </ac:inkMkLst>
        </pc:inkChg>
        <pc:inkChg chg="add del">
          <ac:chgData name="Yoshiharu Hamaguchi" userId="470e288704938fe9" providerId="LiveId" clId="{C43607F1-232B-44DB-B3B2-14DEC55E9315}" dt="2024-09-25T10:18:28.771" v="3471" actId="34122"/>
          <ac:inkMkLst>
            <pc:docMk/>
            <pc:sldMk cId="840589698" sldId="268"/>
            <ac:inkMk id="16" creationId="{07121A24-52BE-CAEB-F368-C5D2ADAD134F}"/>
          </ac:inkMkLst>
        </pc:inkChg>
        <pc:cxnChg chg="add mod">
          <ac:chgData name="Yoshiharu Hamaguchi" userId="470e288704938fe9" providerId="LiveId" clId="{C43607F1-232B-44DB-B3B2-14DEC55E9315}" dt="2024-09-25T13:28:04.391" v="6462" actId="208"/>
          <ac:cxnSpMkLst>
            <pc:docMk/>
            <pc:sldMk cId="840589698" sldId="268"/>
            <ac:cxnSpMk id="48" creationId="{69393153-AEE1-5B4A-D68A-93D1FD0AFD62}"/>
          </ac:cxnSpMkLst>
        </pc:cxnChg>
        <pc:cxnChg chg="add mod">
          <ac:chgData name="Yoshiharu Hamaguchi" userId="470e288704938fe9" providerId="LiveId" clId="{C43607F1-232B-44DB-B3B2-14DEC55E9315}" dt="2024-09-25T11:55:02.095" v="5109" actId="1035"/>
          <ac:cxnSpMkLst>
            <pc:docMk/>
            <pc:sldMk cId="840589698" sldId="268"/>
            <ac:cxnSpMk id="50" creationId="{CFA5960C-E2FD-D6EE-A74A-8EFFBF3FA20C}"/>
          </ac:cxnSpMkLst>
        </pc:cxnChg>
        <pc:cxnChg chg="add del mod">
          <ac:chgData name="Yoshiharu Hamaguchi" userId="470e288704938fe9" providerId="LiveId" clId="{C43607F1-232B-44DB-B3B2-14DEC55E9315}" dt="2024-09-25T11:43:35.898" v="4811" actId="478"/>
          <ac:cxnSpMkLst>
            <pc:docMk/>
            <pc:sldMk cId="840589698" sldId="268"/>
            <ac:cxnSpMk id="55" creationId="{C1E6E371-5C9C-583E-BDC4-4013BC434683}"/>
          </ac:cxnSpMkLst>
        </pc:cxnChg>
        <pc:cxnChg chg="add del mod">
          <ac:chgData name="Yoshiharu Hamaguchi" userId="470e288704938fe9" providerId="LiveId" clId="{C43607F1-232B-44DB-B3B2-14DEC55E9315}" dt="2024-09-25T11:43:33.654" v="4810" actId="478"/>
          <ac:cxnSpMkLst>
            <pc:docMk/>
            <pc:sldMk cId="840589698" sldId="268"/>
            <ac:cxnSpMk id="58" creationId="{E3C02521-E9EC-676D-ACB2-046D85CADDFF}"/>
          </ac:cxnSpMkLst>
        </pc:cxnChg>
        <pc:cxnChg chg="add mod">
          <ac:chgData name="Yoshiharu Hamaguchi" userId="470e288704938fe9" providerId="LiveId" clId="{C43607F1-232B-44DB-B3B2-14DEC55E9315}" dt="2024-09-25T11:55:02.095" v="5109" actId="1035"/>
          <ac:cxnSpMkLst>
            <pc:docMk/>
            <pc:sldMk cId="840589698" sldId="268"/>
            <ac:cxnSpMk id="61" creationId="{97380F3F-B4EC-2F06-9E3A-119161B80E1D}"/>
          </ac:cxnSpMkLst>
        </pc:cxnChg>
        <pc:cxnChg chg="add mod">
          <ac:chgData name="Yoshiharu Hamaguchi" userId="470e288704938fe9" providerId="LiveId" clId="{C43607F1-232B-44DB-B3B2-14DEC55E9315}" dt="2024-09-25T11:55:02.095" v="5109" actId="1035"/>
          <ac:cxnSpMkLst>
            <pc:docMk/>
            <pc:sldMk cId="840589698" sldId="268"/>
            <ac:cxnSpMk id="64" creationId="{7A976978-6192-9393-1108-B2E4A3E176A2}"/>
          </ac:cxnSpMkLst>
        </pc:cxnChg>
        <pc:cxnChg chg="add del mod ord">
          <ac:chgData name="Yoshiharu Hamaguchi" userId="470e288704938fe9" providerId="LiveId" clId="{C43607F1-232B-44DB-B3B2-14DEC55E9315}" dt="2024-09-25T11:55:02.095" v="5109" actId="1035"/>
          <ac:cxnSpMkLst>
            <pc:docMk/>
            <pc:sldMk cId="840589698" sldId="268"/>
            <ac:cxnSpMk id="67" creationId="{E4B332FF-DA63-222D-60B0-8C1AFCA0A5CC}"/>
          </ac:cxnSpMkLst>
        </pc:cxnChg>
        <pc:cxnChg chg="add del mod">
          <ac:chgData name="Yoshiharu Hamaguchi" userId="470e288704938fe9" providerId="LiveId" clId="{C43607F1-232B-44DB-B3B2-14DEC55E9315}" dt="2024-09-25T11:42:51.712" v="4787" actId="478"/>
          <ac:cxnSpMkLst>
            <pc:docMk/>
            <pc:sldMk cId="840589698" sldId="268"/>
            <ac:cxnSpMk id="82" creationId="{CB0EA28D-6B41-BA92-5477-F870C9BF05C8}"/>
          </ac:cxnSpMkLst>
        </pc:cxnChg>
        <pc:cxnChg chg="add mod">
          <ac:chgData name="Yoshiharu Hamaguchi" userId="470e288704938fe9" providerId="LiveId" clId="{C43607F1-232B-44DB-B3B2-14DEC55E9315}" dt="2024-09-25T11:55:02.095" v="5109" actId="1035"/>
          <ac:cxnSpMkLst>
            <pc:docMk/>
            <pc:sldMk cId="840589698" sldId="268"/>
            <ac:cxnSpMk id="85" creationId="{5521CAAD-A1E8-0103-75E1-A6496D12E07F}"/>
          </ac:cxnSpMkLst>
        </pc:cxnChg>
        <pc:cxnChg chg="add mod">
          <ac:chgData name="Yoshiharu Hamaguchi" userId="470e288704938fe9" providerId="LiveId" clId="{C43607F1-232B-44DB-B3B2-14DEC55E9315}" dt="2024-09-25T11:55:02.095" v="5109" actId="1035"/>
          <ac:cxnSpMkLst>
            <pc:docMk/>
            <pc:sldMk cId="840589698" sldId="268"/>
            <ac:cxnSpMk id="88" creationId="{4B306A65-14F2-3593-3D31-60757CB57107}"/>
          </ac:cxnSpMkLst>
        </pc:cxnChg>
        <pc:cxnChg chg="add del mod">
          <ac:chgData name="Yoshiharu Hamaguchi" userId="470e288704938fe9" providerId="LiveId" clId="{C43607F1-232B-44DB-B3B2-14DEC55E9315}" dt="2024-09-25T11:45:01.527" v="4859" actId="478"/>
          <ac:cxnSpMkLst>
            <pc:docMk/>
            <pc:sldMk cId="840589698" sldId="268"/>
            <ac:cxnSpMk id="91" creationId="{00310F9F-3183-EBDA-F940-FACA4B25E9D1}"/>
          </ac:cxnSpMkLst>
        </pc:cxnChg>
        <pc:cxnChg chg="add del mod">
          <ac:chgData name="Yoshiharu Hamaguchi" userId="470e288704938fe9" providerId="LiveId" clId="{C43607F1-232B-44DB-B3B2-14DEC55E9315}" dt="2024-09-25T11:55:02.095" v="5109" actId="1035"/>
          <ac:cxnSpMkLst>
            <pc:docMk/>
            <pc:sldMk cId="840589698" sldId="268"/>
            <ac:cxnSpMk id="124" creationId="{D3A0DDA0-90A1-7E9A-338D-464A0AB369B6}"/>
          </ac:cxnSpMkLst>
        </pc:cxnChg>
        <pc:cxnChg chg="add mod">
          <ac:chgData name="Yoshiharu Hamaguchi" userId="470e288704938fe9" providerId="LiveId" clId="{C43607F1-232B-44DB-B3B2-14DEC55E9315}" dt="2024-09-25T11:55:02.095" v="5109" actId="1035"/>
          <ac:cxnSpMkLst>
            <pc:docMk/>
            <pc:sldMk cId="840589698" sldId="268"/>
            <ac:cxnSpMk id="127" creationId="{9EC78F66-EF39-54B3-AB98-E84927268771}"/>
          </ac:cxnSpMkLst>
        </pc:cxnChg>
        <pc:cxnChg chg="add mod">
          <ac:chgData name="Yoshiharu Hamaguchi" userId="470e288704938fe9" providerId="LiveId" clId="{C43607F1-232B-44DB-B3B2-14DEC55E9315}" dt="2024-09-25T11:55:02.095" v="5109" actId="1035"/>
          <ac:cxnSpMkLst>
            <pc:docMk/>
            <pc:sldMk cId="840589698" sldId="268"/>
            <ac:cxnSpMk id="170" creationId="{04B8B0AB-0A41-F5D9-4C41-10446EE21735}"/>
          </ac:cxnSpMkLst>
        </pc:cxnChg>
        <pc:cxnChg chg="add mod">
          <ac:chgData name="Yoshiharu Hamaguchi" userId="470e288704938fe9" providerId="LiveId" clId="{C43607F1-232B-44DB-B3B2-14DEC55E9315}" dt="2024-09-25T11:55:02.095" v="5109" actId="1035"/>
          <ac:cxnSpMkLst>
            <pc:docMk/>
            <pc:sldMk cId="840589698" sldId="268"/>
            <ac:cxnSpMk id="175" creationId="{152005CE-C530-4496-5760-AA3F6AA1AEE2}"/>
          </ac:cxnSpMkLst>
        </pc:cxnChg>
        <pc:cxnChg chg="add mod">
          <ac:chgData name="Yoshiharu Hamaguchi" userId="470e288704938fe9" providerId="LiveId" clId="{C43607F1-232B-44DB-B3B2-14DEC55E9315}" dt="2024-09-25T13:28:04.391" v="6462" actId="208"/>
          <ac:cxnSpMkLst>
            <pc:docMk/>
            <pc:sldMk cId="840589698" sldId="268"/>
            <ac:cxnSpMk id="179" creationId="{7A4A3A67-DD95-558D-CEE2-3908D3A834BF}"/>
          </ac:cxnSpMkLst>
        </pc:cxnChg>
        <pc:cxnChg chg="add mod">
          <ac:chgData name="Yoshiharu Hamaguchi" userId="470e288704938fe9" providerId="LiveId" clId="{C43607F1-232B-44DB-B3B2-14DEC55E9315}" dt="2024-09-25T13:28:04.391" v="6462" actId="208"/>
          <ac:cxnSpMkLst>
            <pc:docMk/>
            <pc:sldMk cId="840589698" sldId="268"/>
            <ac:cxnSpMk id="182" creationId="{82CC0E9E-8ADB-EC6E-7027-6781BBB288FA}"/>
          </ac:cxnSpMkLst>
        </pc:cxnChg>
      </pc:sldChg>
      <pc:sldChg chg="addSp delSp modSp add del mod">
        <pc:chgData name="Yoshiharu Hamaguchi" userId="470e288704938fe9" providerId="LiveId" clId="{C43607F1-232B-44DB-B3B2-14DEC55E9315}" dt="2024-09-25T15:43:33.374" v="6823" actId="47"/>
        <pc:sldMkLst>
          <pc:docMk/>
          <pc:sldMk cId="2142688305" sldId="269"/>
        </pc:sldMkLst>
        <pc:spChg chg="mod">
          <ac:chgData name="Yoshiharu Hamaguchi" userId="470e288704938fe9" providerId="LiveId" clId="{C43607F1-232B-44DB-B3B2-14DEC55E9315}" dt="2024-09-25T15:24:31.506" v="6651" actId="14100"/>
          <ac:spMkLst>
            <pc:docMk/>
            <pc:sldMk cId="2142688305" sldId="269"/>
            <ac:spMk id="2" creationId="{9C784ACA-9376-15C6-DD93-68B5D582FADA}"/>
          </ac:spMkLst>
        </pc:spChg>
        <pc:spChg chg="mod">
          <ac:chgData name="Yoshiharu Hamaguchi" userId="470e288704938fe9" providerId="LiveId" clId="{C43607F1-232B-44DB-B3B2-14DEC55E9315}" dt="2024-09-25T15:27:25.266" v="6758" actId="20577"/>
          <ac:spMkLst>
            <pc:docMk/>
            <pc:sldMk cId="2142688305" sldId="269"/>
            <ac:spMk id="4" creationId="{8C13C9CE-666C-02A7-9EAA-106F1B50AE66}"/>
          </ac:spMkLst>
        </pc:spChg>
        <pc:spChg chg="del">
          <ac:chgData name="Yoshiharu Hamaguchi" userId="470e288704938fe9" providerId="LiveId" clId="{C43607F1-232B-44DB-B3B2-14DEC55E9315}" dt="2024-09-25T15:24:43.991" v="6652" actId="478"/>
          <ac:spMkLst>
            <pc:docMk/>
            <pc:sldMk cId="2142688305" sldId="269"/>
            <ac:spMk id="5" creationId="{38525753-506C-CF9E-DF2A-0368D654E503}"/>
          </ac:spMkLst>
        </pc:spChg>
        <pc:picChg chg="add mod">
          <ac:chgData name="Yoshiharu Hamaguchi" userId="470e288704938fe9" providerId="LiveId" clId="{C43607F1-232B-44DB-B3B2-14DEC55E9315}" dt="2024-09-25T15:27:23.110" v="6757" actId="1076"/>
          <ac:picMkLst>
            <pc:docMk/>
            <pc:sldMk cId="2142688305" sldId="269"/>
            <ac:picMk id="6" creationId="{48B13ABD-A7EC-8A70-7FC9-8BE6883BF949}"/>
          </ac:picMkLst>
        </pc:picChg>
      </pc:sldChg>
      <pc:sldChg chg="modSp add mod">
        <pc:chgData name="Yoshiharu Hamaguchi" userId="470e288704938fe9" providerId="LiveId" clId="{C43607F1-232B-44DB-B3B2-14DEC55E9315}" dt="2024-09-25T15:42:37.074" v="6816" actId="20577"/>
        <pc:sldMkLst>
          <pc:docMk/>
          <pc:sldMk cId="1811470058" sldId="270"/>
        </pc:sldMkLst>
        <pc:spChg chg="mod">
          <ac:chgData name="Yoshiharu Hamaguchi" userId="470e288704938fe9" providerId="LiveId" clId="{C43607F1-232B-44DB-B3B2-14DEC55E9315}" dt="2024-09-25T15:42:37.074" v="6816" actId="20577"/>
          <ac:spMkLst>
            <pc:docMk/>
            <pc:sldMk cId="1811470058" sldId="270"/>
            <ac:spMk id="24" creationId="{2C710E95-554D-F235-C3F1-BF13E1AA1068}"/>
          </ac:spMkLst>
        </pc:spChg>
      </pc:sldChg>
    </pc:docChg>
  </pc:docChgLst>
  <pc:docChgLst>
    <pc:chgData name="Yoshiharu Hamaguchi" userId="470e288704938fe9" providerId="LiveId" clId="{7FF04D8D-0E5C-4D85-91C7-38CEECAF421B}"/>
    <pc:docChg chg="delSld modSld">
      <pc:chgData name="Yoshiharu Hamaguchi" userId="470e288704938fe9" providerId="LiveId" clId="{7FF04D8D-0E5C-4D85-91C7-38CEECAF421B}" dt="2024-08-30T00:39:52.340" v="69" actId="47"/>
      <pc:docMkLst>
        <pc:docMk/>
      </pc:docMkLst>
      <pc:sldChg chg="modSp mod">
        <pc:chgData name="Yoshiharu Hamaguchi" userId="470e288704938fe9" providerId="LiveId" clId="{7FF04D8D-0E5C-4D85-91C7-38CEECAF421B}" dt="2024-08-30T00:31:13.672" v="66" actId="6549"/>
        <pc:sldMkLst>
          <pc:docMk/>
          <pc:sldMk cId="634982452" sldId="256"/>
        </pc:sldMkLst>
        <pc:spChg chg="mod">
          <ac:chgData name="Yoshiharu Hamaguchi" userId="470e288704938fe9" providerId="LiveId" clId="{7FF04D8D-0E5C-4D85-91C7-38CEECAF421B}" dt="2024-08-30T00:31:10.217" v="65" actId="20577"/>
          <ac:spMkLst>
            <pc:docMk/>
            <pc:sldMk cId="634982452" sldId="256"/>
            <ac:spMk id="2" creationId="{3F0D190A-A8DB-32F1-0D56-13F6D381B778}"/>
          </ac:spMkLst>
        </pc:spChg>
        <pc:spChg chg="mod">
          <ac:chgData name="Yoshiharu Hamaguchi" userId="470e288704938fe9" providerId="LiveId" clId="{7FF04D8D-0E5C-4D85-91C7-38CEECAF421B}" dt="2024-08-30T00:31:13.672" v="66" actId="6549"/>
          <ac:spMkLst>
            <pc:docMk/>
            <pc:sldMk cId="634982452" sldId="256"/>
            <ac:spMk id="3" creationId="{BC817A74-920C-0926-7C76-24BA4993B9F3}"/>
          </ac:spMkLst>
        </pc:spChg>
      </pc:sldChg>
      <pc:sldChg chg="del">
        <pc:chgData name="Yoshiharu Hamaguchi" userId="470e288704938fe9" providerId="LiveId" clId="{7FF04D8D-0E5C-4D85-91C7-38CEECAF421B}" dt="2024-08-30T00:39:52.340" v="69" actId="47"/>
        <pc:sldMkLst>
          <pc:docMk/>
          <pc:sldMk cId="3586103662" sldId="259"/>
        </pc:sldMkLst>
      </pc:sldChg>
      <pc:sldChg chg="del">
        <pc:chgData name="Yoshiharu Hamaguchi" userId="470e288704938fe9" providerId="LiveId" clId="{7FF04D8D-0E5C-4D85-91C7-38CEECAF421B}" dt="2024-08-30T00:39:51.276" v="67" actId="47"/>
        <pc:sldMkLst>
          <pc:docMk/>
          <pc:sldMk cId="3422986759" sldId="260"/>
        </pc:sldMkLst>
      </pc:sldChg>
      <pc:sldChg chg="del">
        <pc:chgData name="Yoshiharu Hamaguchi" userId="470e288704938fe9" providerId="LiveId" clId="{7FF04D8D-0E5C-4D85-91C7-38CEECAF421B}" dt="2024-08-30T00:39:51.823" v="68" actId="47"/>
        <pc:sldMkLst>
          <pc:docMk/>
          <pc:sldMk cId="1265752602" sldId="261"/>
        </pc:sldMkLst>
      </pc:sldChg>
    </pc:docChg>
  </pc:docChgLst>
  <pc:docChgLst>
    <pc:chgData name="Yoshiharu Hamaguchi" userId="470e288704938fe9" providerId="LiveId" clId="{F8197544-B22B-4A13-B6C3-E7FBEF954393}"/>
    <pc:docChg chg="undo custSel addSld delSld modSld">
      <pc:chgData name="Yoshiharu Hamaguchi" userId="470e288704938fe9" providerId="LiveId" clId="{F8197544-B22B-4A13-B6C3-E7FBEF954393}" dt="2024-10-04T00:09:54.746" v="1546" actId="20577"/>
      <pc:docMkLst>
        <pc:docMk/>
      </pc:docMkLst>
      <pc:sldChg chg="modSp mod">
        <pc:chgData name="Yoshiharu Hamaguchi" userId="470e288704938fe9" providerId="LiveId" clId="{F8197544-B22B-4A13-B6C3-E7FBEF954393}" dt="2024-10-03T23:18:56.137" v="40" actId="6549"/>
        <pc:sldMkLst>
          <pc:docMk/>
          <pc:sldMk cId="634982452" sldId="256"/>
        </pc:sldMkLst>
        <pc:spChg chg="mod">
          <ac:chgData name="Yoshiharu Hamaguchi" userId="470e288704938fe9" providerId="LiveId" clId="{F8197544-B22B-4A13-B6C3-E7FBEF954393}" dt="2024-10-03T23:18:44.311" v="39" actId="20577"/>
          <ac:spMkLst>
            <pc:docMk/>
            <pc:sldMk cId="634982452" sldId="256"/>
            <ac:spMk id="2" creationId="{3F0D190A-A8DB-32F1-0D56-13F6D381B778}"/>
          </ac:spMkLst>
        </pc:spChg>
        <pc:spChg chg="mod">
          <ac:chgData name="Yoshiharu Hamaguchi" userId="470e288704938fe9" providerId="LiveId" clId="{F8197544-B22B-4A13-B6C3-E7FBEF954393}" dt="2024-10-03T23:18:56.137" v="40" actId="6549"/>
          <ac:spMkLst>
            <pc:docMk/>
            <pc:sldMk cId="634982452" sldId="256"/>
            <ac:spMk id="3" creationId="{BC817A74-920C-0926-7C76-24BA4993B9F3}"/>
          </ac:spMkLst>
        </pc:spChg>
      </pc:sldChg>
      <pc:sldChg chg="modSp mod">
        <pc:chgData name="Yoshiharu Hamaguchi" userId="470e288704938fe9" providerId="LiveId" clId="{F8197544-B22B-4A13-B6C3-E7FBEF954393}" dt="2024-10-03T23:19:40.609" v="70" actId="6549"/>
        <pc:sldMkLst>
          <pc:docMk/>
          <pc:sldMk cId="4019972730" sldId="262"/>
        </pc:sldMkLst>
        <pc:spChg chg="mod">
          <ac:chgData name="Yoshiharu Hamaguchi" userId="470e288704938fe9" providerId="LiveId" clId="{F8197544-B22B-4A13-B6C3-E7FBEF954393}" dt="2024-10-03T23:19:32.004" v="69" actId="20577"/>
          <ac:spMkLst>
            <pc:docMk/>
            <pc:sldMk cId="4019972730" sldId="262"/>
            <ac:spMk id="2" creationId="{9C784ACA-9376-15C6-DD93-68B5D582FADA}"/>
          </ac:spMkLst>
        </pc:spChg>
        <pc:spChg chg="mod">
          <ac:chgData name="Yoshiharu Hamaguchi" userId="470e288704938fe9" providerId="LiveId" clId="{F8197544-B22B-4A13-B6C3-E7FBEF954393}" dt="2024-10-03T23:19:40.609" v="70" actId="6549"/>
          <ac:spMkLst>
            <pc:docMk/>
            <pc:sldMk cId="4019972730" sldId="262"/>
            <ac:spMk id="3" creationId="{37025C41-8921-578C-16F8-6B5CF0A93AE0}"/>
          </ac:spMkLst>
        </pc:spChg>
      </pc:sldChg>
      <pc:sldChg chg="addSp modSp mod">
        <pc:chgData name="Yoshiharu Hamaguchi" userId="470e288704938fe9" providerId="LiveId" clId="{F8197544-B22B-4A13-B6C3-E7FBEF954393}" dt="2024-10-03T23:41:08.209" v="477" actId="20577"/>
        <pc:sldMkLst>
          <pc:docMk/>
          <pc:sldMk cId="958570635" sldId="263"/>
        </pc:sldMkLst>
        <pc:spChg chg="mod">
          <ac:chgData name="Yoshiharu Hamaguchi" userId="470e288704938fe9" providerId="LiveId" clId="{F8197544-B22B-4A13-B6C3-E7FBEF954393}" dt="2024-10-03T23:20:14.334" v="83" actId="20577"/>
          <ac:spMkLst>
            <pc:docMk/>
            <pc:sldMk cId="958570635" sldId="263"/>
            <ac:spMk id="2" creationId="{9C784ACA-9376-15C6-DD93-68B5D582FADA}"/>
          </ac:spMkLst>
        </pc:spChg>
        <pc:spChg chg="mod">
          <ac:chgData name="Yoshiharu Hamaguchi" userId="470e288704938fe9" providerId="LiveId" clId="{F8197544-B22B-4A13-B6C3-E7FBEF954393}" dt="2024-10-03T23:20:09.718" v="74" actId="27636"/>
          <ac:spMkLst>
            <pc:docMk/>
            <pc:sldMk cId="958570635" sldId="263"/>
            <ac:spMk id="3" creationId="{37025C41-8921-578C-16F8-6B5CF0A93AE0}"/>
          </ac:spMkLst>
        </pc:spChg>
        <pc:graphicFrameChg chg="add modGraphic">
          <ac:chgData name="Yoshiharu Hamaguchi" userId="470e288704938fe9" providerId="LiveId" clId="{F8197544-B22B-4A13-B6C3-E7FBEF954393}" dt="2024-10-03T23:41:08.209" v="477" actId="20577"/>
          <ac:graphicFrameMkLst>
            <pc:docMk/>
            <pc:sldMk cId="958570635" sldId="263"/>
            <ac:graphicFrameMk id="4" creationId="{E5B6F0DE-11D4-42E6-9728-E2E12D715398}"/>
          </ac:graphicFrameMkLst>
        </pc:graphicFrameChg>
      </pc:sldChg>
      <pc:sldChg chg="del">
        <pc:chgData name="Yoshiharu Hamaguchi" userId="470e288704938fe9" providerId="LiveId" clId="{F8197544-B22B-4A13-B6C3-E7FBEF954393}" dt="2024-10-04T00:07:01.468" v="1401" actId="47"/>
        <pc:sldMkLst>
          <pc:docMk/>
          <pc:sldMk cId="3365730422" sldId="264"/>
        </pc:sldMkLst>
      </pc:sldChg>
      <pc:sldChg chg="addSp modSp mod">
        <pc:chgData name="Yoshiharu Hamaguchi" userId="470e288704938fe9" providerId="LiveId" clId="{F8197544-B22B-4A13-B6C3-E7FBEF954393}" dt="2024-10-04T00:05:01.692" v="1367" actId="13926"/>
        <pc:sldMkLst>
          <pc:docMk/>
          <pc:sldMk cId="3485624740" sldId="265"/>
        </pc:sldMkLst>
        <pc:spChg chg="mod">
          <ac:chgData name="Yoshiharu Hamaguchi" userId="470e288704938fe9" providerId="LiveId" clId="{F8197544-B22B-4A13-B6C3-E7FBEF954393}" dt="2024-10-04T00:03:21.929" v="1285" actId="255"/>
          <ac:spMkLst>
            <pc:docMk/>
            <pc:sldMk cId="3485624740" sldId="265"/>
            <ac:spMk id="2" creationId="{9C784ACA-9376-15C6-DD93-68B5D582FADA}"/>
          </ac:spMkLst>
        </pc:spChg>
        <pc:spChg chg="mod">
          <ac:chgData name="Yoshiharu Hamaguchi" userId="470e288704938fe9" providerId="LiveId" clId="{F8197544-B22B-4A13-B6C3-E7FBEF954393}" dt="2024-10-04T00:05:01.692" v="1367" actId="13926"/>
          <ac:spMkLst>
            <pc:docMk/>
            <pc:sldMk cId="3485624740" sldId="265"/>
            <ac:spMk id="3" creationId="{37025C41-8921-578C-16F8-6B5CF0A93AE0}"/>
          </ac:spMkLst>
        </pc:spChg>
        <pc:spChg chg="add mod">
          <ac:chgData name="Yoshiharu Hamaguchi" userId="470e288704938fe9" providerId="LiveId" clId="{F8197544-B22B-4A13-B6C3-E7FBEF954393}" dt="2024-10-04T00:02:40.987" v="1262" actId="207"/>
          <ac:spMkLst>
            <pc:docMk/>
            <pc:sldMk cId="3485624740" sldId="265"/>
            <ac:spMk id="4" creationId="{5E16C75D-79A5-53EC-442E-2E7232CBEAD2}"/>
          </ac:spMkLst>
        </pc:spChg>
      </pc:sldChg>
      <pc:sldChg chg="modSp add del mod">
        <pc:chgData name="Yoshiharu Hamaguchi" userId="470e288704938fe9" providerId="LiveId" clId="{F8197544-B22B-4A13-B6C3-E7FBEF954393}" dt="2024-10-04T00:02:18.687" v="1260" actId="2696"/>
        <pc:sldMkLst>
          <pc:docMk/>
          <pc:sldMk cId="2646311320" sldId="266"/>
        </pc:sldMkLst>
        <pc:spChg chg="mod">
          <ac:chgData name="Yoshiharu Hamaguchi" userId="470e288704938fe9" providerId="LiveId" clId="{F8197544-B22B-4A13-B6C3-E7FBEF954393}" dt="2024-10-03T23:57:52.549" v="973" actId="20577"/>
          <ac:spMkLst>
            <pc:docMk/>
            <pc:sldMk cId="2646311320" sldId="266"/>
            <ac:spMk id="3" creationId="{37025C41-8921-578C-16F8-6B5CF0A93AE0}"/>
          </ac:spMkLst>
        </pc:spChg>
      </pc:sldChg>
      <pc:sldChg chg="addSp delSp modSp add mod">
        <pc:chgData name="Yoshiharu Hamaguchi" userId="470e288704938fe9" providerId="LiveId" clId="{F8197544-B22B-4A13-B6C3-E7FBEF954393}" dt="2024-10-04T00:06:22.714" v="1400" actId="20577"/>
        <pc:sldMkLst>
          <pc:docMk/>
          <pc:sldMk cId="3214612738" sldId="266"/>
        </pc:sldMkLst>
        <pc:spChg chg="mod">
          <ac:chgData name="Yoshiharu Hamaguchi" userId="470e288704938fe9" providerId="LiveId" clId="{F8197544-B22B-4A13-B6C3-E7FBEF954393}" dt="2024-10-04T00:06:22.714" v="1400" actId="20577"/>
          <ac:spMkLst>
            <pc:docMk/>
            <pc:sldMk cId="3214612738" sldId="266"/>
            <ac:spMk id="2" creationId="{9C784ACA-9376-15C6-DD93-68B5D582FADA}"/>
          </ac:spMkLst>
        </pc:spChg>
        <pc:spChg chg="mod">
          <ac:chgData name="Yoshiharu Hamaguchi" userId="470e288704938fe9" providerId="LiveId" clId="{F8197544-B22B-4A13-B6C3-E7FBEF954393}" dt="2024-10-04T00:06:05.363" v="1392" actId="13926"/>
          <ac:spMkLst>
            <pc:docMk/>
            <pc:sldMk cId="3214612738" sldId="266"/>
            <ac:spMk id="3" creationId="{37025C41-8921-578C-16F8-6B5CF0A93AE0}"/>
          </ac:spMkLst>
        </pc:spChg>
        <pc:spChg chg="del">
          <ac:chgData name="Yoshiharu Hamaguchi" userId="470e288704938fe9" providerId="LiveId" clId="{F8197544-B22B-4A13-B6C3-E7FBEF954393}" dt="2024-10-04T00:02:47.623" v="1263" actId="478"/>
          <ac:spMkLst>
            <pc:docMk/>
            <pc:sldMk cId="3214612738" sldId="266"/>
            <ac:spMk id="4" creationId="{5E16C75D-79A5-53EC-442E-2E7232CBEAD2}"/>
          </ac:spMkLst>
        </pc:spChg>
        <pc:spChg chg="add mod">
          <ac:chgData name="Yoshiharu Hamaguchi" userId="470e288704938fe9" providerId="LiveId" clId="{F8197544-B22B-4A13-B6C3-E7FBEF954393}" dt="2024-10-04T00:02:47.977" v="1264"/>
          <ac:spMkLst>
            <pc:docMk/>
            <pc:sldMk cId="3214612738" sldId="266"/>
            <ac:spMk id="5" creationId="{FFBC9270-DC0A-4F3E-A829-F8E13D587704}"/>
          </ac:spMkLst>
        </pc:spChg>
        <pc:graphicFrameChg chg="add del modGraphic">
          <ac:chgData name="Yoshiharu Hamaguchi" userId="470e288704938fe9" providerId="LiveId" clId="{F8197544-B22B-4A13-B6C3-E7FBEF954393}" dt="2024-10-04T00:04:41.029" v="1353" actId="27309"/>
          <ac:graphicFrameMkLst>
            <pc:docMk/>
            <pc:sldMk cId="3214612738" sldId="266"/>
            <ac:graphicFrameMk id="7" creationId="{A4DA9587-ED7B-1053-CE8A-EFC0D9760585}"/>
          </ac:graphicFrameMkLst>
        </pc:graphicFrameChg>
      </pc:sldChg>
      <pc:sldChg chg="del">
        <pc:chgData name="Yoshiharu Hamaguchi" userId="470e288704938fe9" providerId="LiveId" clId="{F8197544-B22B-4A13-B6C3-E7FBEF954393}" dt="2024-10-03T23:44:19.502" v="794" actId="2696"/>
        <pc:sldMkLst>
          <pc:docMk/>
          <pc:sldMk cId="768576187" sldId="267"/>
        </pc:sldMkLst>
      </pc:sldChg>
      <pc:sldChg chg="modSp add mod">
        <pc:chgData name="Yoshiharu Hamaguchi" userId="470e288704938fe9" providerId="LiveId" clId="{F8197544-B22B-4A13-B6C3-E7FBEF954393}" dt="2024-10-04T00:07:22.397" v="1411" actId="20577"/>
        <pc:sldMkLst>
          <pc:docMk/>
          <pc:sldMk cId="2388129881" sldId="267"/>
        </pc:sldMkLst>
        <pc:spChg chg="mod">
          <ac:chgData name="Yoshiharu Hamaguchi" userId="470e288704938fe9" providerId="LiveId" clId="{F8197544-B22B-4A13-B6C3-E7FBEF954393}" dt="2024-10-04T00:07:22.397" v="1411" actId="20577"/>
          <ac:spMkLst>
            <pc:docMk/>
            <pc:sldMk cId="2388129881" sldId="267"/>
            <ac:spMk id="2" creationId="{9C784ACA-9376-15C6-DD93-68B5D582FADA}"/>
          </ac:spMkLst>
        </pc:spChg>
      </pc:sldChg>
      <pc:sldChg chg="modSp add mod">
        <pc:chgData name="Yoshiharu Hamaguchi" userId="470e288704938fe9" providerId="LiveId" clId="{F8197544-B22B-4A13-B6C3-E7FBEF954393}" dt="2024-10-04T00:09:54.746" v="1546" actId="20577"/>
        <pc:sldMkLst>
          <pc:docMk/>
          <pc:sldMk cId="3046662596" sldId="268"/>
        </pc:sldMkLst>
        <pc:spChg chg="mod">
          <ac:chgData name="Yoshiharu Hamaguchi" userId="470e288704938fe9" providerId="LiveId" clId="{F8197544-B22B-4A13-B6C3-E7FBEF954393}" dt="2024-10-04T00:09:15.284" v="1457" actId="20577"/>
          <ac:spMkLst>
            <pc:docMk/>
            <pc:sldMk cId="3046662596" sldId="268"/>
            <ac:spMk id="2" creationId="{9C784ACA-9376-15C6-DD93-68B5D582FADA}"/>
          </ac:spMkLst>
        </pc:spChg>
        <pc:spChg chg="mod">
          <ac:chgData name="Yoshiharu Hamaguchi" userId="470e288704938fe9" providerId="LiveId" clId="{F8197544-B22B-4A13-B6C3-E7FBEF954393}" dt="2024-10-04T00:09:54.746" v="1546" actId="20577"/>
          <ac:spMkLst>
            <pc:docMk/>
            <pc:sldMk cId="3046662596" sldId="268"/>
            <ac:spMk id="3" creationId="{37025C41-8921-578C-16F8-6B5CF0A93AE0}"/>
          </ac:spMkLst>
        </pc:spChg>
        <pc:spChg chg="mod">
          <ac:chgData name="Yoshiharu Hamaguchi" userId="470e288704938fe9" providerId="LiveId" clId="{F8197544-B22B-4A13-B6C3-E7FBEF954393}" dt="2024-10-04T00:08:42.780" v="1413" actId="20577"/>
          <ac:spMkLst>
            <pc:docMk/>
            <pc:sldMk cId="3046662596" sldId="268"/>
            <ac:spMk id="5" creationId="{FFBC9270-DC0A-4F3E-A829-F8E13D587704}"/>
          </ac:spMkLst>
        </pc:spChg>
      </pc:sldChg>
      <pc:sldChg chg="del">
        <pc:chgData name="Yoshiharu Hamaguchi" userId="470e288704938fe9" providerId="LiveId" clId="{F8197544-B22B-4A13-B6C3-E7FBEF954393}" dt="2024-10-03T23:19:50.644" v="71" actId="2696"/>
        <pc:sldMkLst>
          <pc:docMk/>
          <pc:sldMk cId="1811470058" sldId="27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F6BAB0D-BC5E-6653-04A1-63D29C9AC3CB}"/>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DE82A148-FC9A-086D-9CB8-3138DCBE29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E22582BC-59E5-16E5-45F6-F4BB253F68B4}"/>
              </a:ext>
            </a:extLst>
          </p:cNvPr>
          <p:cNvSpPr>
            <a:spLocks noGrp="1"/>
          </p:cNvSpPr>
          <p:nvPr>
            <p:ph type="dt" sz="half" idx="10"/>
          </p:nvPr>
        </p:nvSpPr>
        <p:spPr/>
        <p:txBody>
          <a:bodyPr/>
          <a:lstStyle/>
          <a:p>
            <a:fld id="{9627246E-3903-4E01-B28D-BFF5567D65C3}" type="datetimeFigureOut">
              <a:rPr kumimoji="1" lang="ja-JP" altLang="en-US" smtClean="0"/>
              <a:t>2026/2/19</a:t>
            </a:fld>
            <a:endParaRPr kumimoji="1" lang="ja-JP" altLang="en-US"/>
          </a:p>
        </p:txBody>
      </p:sp>
      <p:sp>
        <p:nvSpPr>
          <p:cNvPr id="5" name="フッター プレースホルダー 4">
            <a:extLst>
              <a:ext uri="{FF2B5EF4-FFF2-40B4-BE49-F238E27FC236}">
                <a16:creationId xmlns:a16="http://schemas.microsoft.com/office/drawing/2014/main" id="{8E0264D8-5FFD-45DB-CF47-8ADB966C76C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9E109B4-CF29-6001-0938-7AD637CFF2F4}"/>
              </a:ext>
            </a:extLst>
          </p:cNvPr>
          <p:cNvSpPr>
            <a:spLocks noGrp="1"/>
          </p:cNvSpPr>
          <p:nvPr>
            <p:ph type="sldNum" sz="quarter" idx="12"/>
          </p:nvPr>
        </p:nvSpPr>
        <p:spPr/>
        <p:txBody>
          <a:bodyPr/>
          <a:lstStyle/>
          <a:p>
            <a:fld id="{D2215255-A4EB-4CA9-80B8-E45544343928}" type="slidenum">
              <a:rPr kumimoji="1" lang="ja-JP" altLang="en-US" smtClean="0"/>
              <a:t>‹#›</a:t>
            </a:fld>
            <a:endParaRPr kumimoji="1" lang="ja-JP" altLang="en-US"/>
          </a:p>
        </p:txBody>
      </p:sp>
    </p:spTree>
    <p:extLst>
      <p:ext uri="{BB962C8B-B14F-4D97-AF65-F5344CB8AC3E}">
        <p14:creationId xmlns:p14="http://schemas.microsoft.com/office/powerpoint/2010/main" val="1131019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AAC796-D792-B2E8-C819-8C15EAD615A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7D90211-45C6-B623-D04A-664F354FFA2D}"/>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CFF9BC5-7C5B-2A78-C4B2-B0547E2FCA5E}"/>
              </a:ext>
            </a:extLst>
          </p:cNvPr>
          <p:cNvSpPr>
            <a:spLocks noGrp="1"/>
          </p:cNvSpPr>
          <p:nvPr>
            <p:ph type="dt" sz="half" idx="10"/>
          </p:nvPr>
        </p:nvSpPr>
        <p:spPr/>
        <p:txBody>
          <a:bodyPr/>
          <a:lstStyle/>
          <a:p>
            <a:fld id="{9627246E-3903-4E01-B28D-BFF5567D65C3}" type="datetimeFigureOut">
              <a:rPr kumimoji="1" lang="ja-JP" altLang="en-US" smtClean="0"/>
              <a:t>2026/2/19</a:t>
            </a:fld>
            <a:endParaRPr kumimoji="1" lang="ja-JP" altLang="en-US"/>
          </a:p>
        </p:txBody>
      </p:sp>
      <p:sp>
        <p:nvSpPr>
          <p:cNvPr id="5" name="フッター プレースホルダー 4">
            <a:extLst>
              <a:ext uri="{FF2B5EF4-FFF2-40B4-BE49-F238E27FC236}">
                <a16:creationId xmlns:a16="http://schemas.microsoft.com/office/drawing/2014/main" id="{063002B5-EBC2-28E6-096A-FEF5B776F1A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A731704-F92C-0A74-BFFE-B9AC67B70AC7}"/>
              </a:ext>
            </a:extLst>
          </p:cNvPr>
          <p:cNvSpPr>
            <a:spLocks noGrp="1"/>
          </p:cNvSpPr>
          <p:nvPr>
            <p:ph type="sldNum" sz="quarter" idx="12"/>
          </p:nvPr>
        </p:nvSpPr>
        <p:spPr/>
        <p:txBody>
          <a:bodyPr/>
          <a:lstStyle/>
          <a:p>
            <a:fld id="{D2215255-A4EB-4CA9-80B8-E45544343928}" type="slidenum">
              <a:rPr kumimoji="1" lang="ja-JP" altLang="en-US" smtClean="0"/>
              <a:t>‹#›</a:t>
            </a:fld>
            <a:endParaRPr kumimoji="1" lang="ja-JP" altLang="en-US"/>
          </a:p>
        </p:txBody>
      </p:sp>
    </p:spTree>
    <p:extLst>
      <p:ext uri="{BB962C8B-B14F-4D97-AF65-F5344CB8AC3E}">
        <p14:creationId xmlns:p14="http://schemas.microsoft.com/office/powerpoint/2010/main" val="42921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792D6D-9687-A676-F547-4EC52940A9B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23BEB69-B094-1602-E75A-FE732A2DAE9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4A71653C-8BCE-8332-CC16-EE83B99FA843}"/>
              </a:ext>
            </a:extLst>
          </p:cNvPr>
          <p:cNvSpPr>
            <a:spLocks noGrp="1"/>
          </p:cNvSpPr>
          <p:nvPr>
            <p:ph type="dt" sz="half" idx="10"/>
          </p:nvPr>
        </p:nvSpPr>
        <p:spPr/>
        <p:txBody>
          <a:bodyPr/>
          <a:lstStyle/>
          <a:p>
            <a:fld id="{9627246E-3903-4E01-B28D-BFF5567D65C3}" type="datetimeFigureOut">
              <a:rPr kumimoji="1" lang="ja-JP" altLang="en-US" smtClean="0"/>
              <a:t>2026/2/19</a:t>
            </a:fld>
            <a:endParaRPr kumimoji="1" lang="ja-JP" altLang="en-US"/>
          </a:p>
        </p:txBody>
      </p:sp>
      <p:sp>
        <p:nvSpPr>
          <p:cNvPr id="5" name="フッター プレースホルダー 4">
            <a:extLst>
              <a:ext uri="{FF2B5EF4-FFF2-40B4-BE49-F238E27FC236}">
                <a16:creationId xmlns:a16="http://schemas.microsoft.com/office/drawing/2014/main" id="{9F4CFBE6-538C-4DF7-3D6B-4FF0D12D655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5433328-5629-F95B-AD7D-3C84F88F521D}"/>
              </a:ext>
            </a:extLst>
          </p:cNvPr>
          <p:cNvSpPr>
            <a:spLocks noGrp="1"/>
          </p:cNvSpPr>
          <p:nvPr>
            <p:ph type="sldNum" sz="quarter" idx="12"/>
          </p:nvPr>
        </p:nvSpPr>
        <p:spPr/>
        <p:txBody>
          <a:bodyPr/>
          <a:lstStyle/>
          <a:p>
            <a:fld id="{D2215255-A4EB-4CA9-80B8-E45544343928}" type="slidenum">
              <a:rPr kumimoji="1" lang="ja-JP" altLang="en-US" smtClean="0"/>
              <a:t>‹#›</a:t>
            </a:fld>
            <a:endParaRPr kumimoji="1" lang="ja-JP" altLang="en-US"/>
          </a:p>
        </p:txBody>
      </p:sp>
    </p:spTree>
    <p:extLst>
      <p:ext uri="{BB962C8B-B14F-4D97-AF65-F5344CB8AC3E}">
        <p14:creationId xmlns:p14="http://schemas.microsoft.com/office/powerpoint/2010/main" val="30525993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3C2CB1-DCD6-9070-A14A-3D33A7E9BFA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771F067-2C37-0DE8-1954-553A4A4DE37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AB6691D-9A4C-F90F-C83F-B5955B1B055C}"/>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099827F4-F96C-9CF8-8258-2D7200BFDDAD}"/>
              </a:ext>
            </a:extLst>
          </p:cNvPr>
          <p:cNvSpPr>
            <a:spLocks noGrp="1"/>
          </p:cNvSpPr>
          <p:nvPr>
            <p:ph type="dt" sz="half" idx="10"/>
          </p:nvPr>
        </p:nvSpPr>
        <p:spPr/>
        <p:txBody>
          <a:bodyPr/>
          <a:lstStyle/>
          <a:p>
            <a:fld id="{9627246E-3903-4E01-B28D-BFF5567D65C3}" type="datetimeFigureOut">
              <a:rPr kumimoji="1" lang="ja-JP" altLang="en-US" smtClean="0"/>
              <a:t>2026/2/19</a:t>
            </a:fld>
            <a:endParaRPr kumimoji="1" lang="ja-JP" altLang="en-US"/>
          </a:p>
        </p:txBody>
      </p:sp>
      <p:sp>
        <p:nvSpPr>
          <p:cNvPr id="6" name="フッター プレースホルダー 5">
            <a:extLst>
              <a:ext uri="{FF2B5EF4-FFF2-40B4-BE49-F238E27FC236}">
                <a16:creationId xmlns:a16="http://schemas.microsoft.com/office/drawing/2014/main" id="{8C2E0CA3-6D78-96DD-3EF3-3A3FB247647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DADA621-4A5E-86D1-DDAB-0DB153B16CEF}"/>
              </a:ext>
            </a:extLst>
          </p:cNvPr>
          <p:cNvSpPr>
            <a:spLocks noGrp="1"/>
          </p:cNvSpPr>
          <p:nvPr>
            <p:ph type="sldNum" sz="quarter" idx="12"/>
          </p:nvPr>
        </p:nvSpPr>
        <p:spPr/>
        <p:txBody>
          <a:bodyPr/>
          <a:lstStyle/>
          <a:p>
            <a:fld id="{D2215255-A4EB-4CA9-80B8-E45544343928}" type="slidenum">
              <a:rPr kumimoji="1" lang="ja-JP" altLang="en-US" smtClean="0"/>
              <a:t>‹#›</a:t>
            </a:fld>
            <a:endParaRPr kumimoji="1" lang="ja-JP" altLang="en-US"/>
          </a:p>
        </p:txBody>
      </p:sp>
    </p:spTree>
    <p:extLst>
      <p:ext uri="{BB962C8B-B14F-4D97-AF65-F5344CB8AC3E}">
        <p14:creationId xmlns:p14="http://schemas.microsoft.com/office/powerpoint/2010/main" val="1852311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1CD479D-0782-AB1E-2F73-D41DEE757BFF}"/>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67F6B47-E2D6-54A9-1FDA-F079D33B94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689C21EA-A153-CCFE-AB55-FA997EF25A3F}"/>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022BA453-4923-7661-501F-E189547CC0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52245810-E328-C08A-E441-E535829A3D18}"/>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54E993D6-A452-73F9-EF7B-322D1B6B76DC}"/>
              </a:ext>
            </a:extLst>
          </p:cNvPr>
          <p:cNvSpPr>
            <a:spLocks noGrp="1"/>
          </p:cNvSpPr>
          <p:nvPr>
            <p:ph type="dt" sz="half" idx="10"/>
          </p:nvPr>
        </p:nvSpPr>
        <p:spPr/>
        <p:txBody>
          <a:bodyPr/>
          <a:lstStyle/>
          <a:p>
            <a:fld id="{9627246E-3903-4E01-B28D-BFF5567D65C3}" type="datetimeFigureOut">
              <a:rPr kumimoji="1" lang="ja-JP" altLang="en-US" smtClean="0"/>
              <a:t>2026/2/19</a:t>
            </a:fld>
            <a:endParaRPr kumimoji="1" lang="ja-JP" altLang="en-US"/>
          </a:p>
        </p:txBody>
      </p:sp>
      <p:sp>
        <p:nvSpPr>
          <p:cNvPr id="8" name="フッター プレースホルダー 7">
            <a:extLst>
              <a:ext uri="{FF2B5EF4-FFF2-40B4-BE49-F238E27FC236}">
                <a16:creationId xmlns:a16="http://schemas.microsoft.com/office/drawing/2014/main" id="{9CC1172B-C6D5-3F92-3CC7-8A6984E11D48}"/>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DE2FBCBC-5AA8-3F5C-98A7-4FF607D68A25}"/>
              </a:ext>
            </a:extLst>
          </p:cNvPr>
          <p:cNvSpPr>
            <a:spLocks noGrp="1"/>
          </p:cNvSpPr>
          <p:nvPr>
            <p:ph type="sldNum" sz="quarter" idx="12"/>
          </p:nvPr>
        </p:nvSpPr>
        <p:spPr/>
        <p:txBody>
          <a:bodyPr/>
          <a:lstStyle/>
          <a:p>
            <a:fld id="{D2215255-A4EB-4CA9-80B8-E45544343928}" type="slidenum">
              <a:rPr kumimoji="1" lang="ja-JP" altLang="en-US" smtClean="0"/>
              <a:t>‹#›</a:t>
            </a:fld>
            <a:endParaRPr kumimoji="1" lang="ja-JP" altLang="en-US"/>
          </a:p>
        </p:txBody>
      </p:sp>
    </p:spTree>
    <p:extLst>
      <p:ext uri="{BB962C8B-B14F-4D97-AF65-F5344CB8AC3E}">
        <p14:creationId xmlns:p14="http://schemas.microsoft.com/office/powerpoint/2010/main" val="2909800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1993C3-79DC-B413-AA67-20B449CD837D}"/>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7443713B-8559-AF35-FB38-BED6A7C72893}"/>
              </a:ext>
            </a:extLst>
          </p:cNvPr>
          <p:cNvSpPr>
            <a:spLocks noGrp="1"/>
          </p:cNvSpPr>
          <p:nvPr>
            <p:ph type="dt" sz="half" idx="10"/>
          </p:nvPr>
        </p:nvSpPr>
        <p:spPr/>
        <p:txBody>
          <a:bodyPr/>
          <a:lstStyle/>
          <a:p>
            <a:fld id="{9627246E-3903-4E01-B28D-BFF5567D65C3}" type="datetimeFigureOut">
              <a:rPr kumimoji="1" lang="ja-JP" altLang="en-US" smtClean="0"/>
              <a:t>2026/2/19</a:t>
            </a:fld>
            <a:endParaRPr kumimoji="1" lang="ja-JP" altLang="en-US"/>
          </a:p>
        </p:txBody>
      </p:sp>
      <p:sp>
        <p:nvSpPr>
          <p:cNvPr id="4" name="フッター プレースホルダー 3">
            <a:extLst>
              <a:ext uri="{FF2B5EF4-FFF2-40B4-BE49-F238E27FC236}">
                <a16:creationId xmlns:a16="http://schemas.microsoft.com/office/drawing/2014/main" id="{39AAE60A-E161-8D9E-6614-1BC128211136}"/>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E53AD3F7-DC9F-0034-849E-45C3EFC68059}"/>
              </a:ext>
            </a:extLst>
          </p:cNvPr>
          <p:cNvSpPr>
            <a:spLocks noGrp="1"/>
          </p:cNvSpPr>
          <p:nvPr>
            <p:ph type="sldNum" sz="quarter" idx="12"/>
          </p:nvPr>
        </p:nvSpPr>
        <p:spPr/>
        <p:txBody>
          <a:bodyPr/>
          <a:lstStyle/>
          <a:p>
            <a:fld id="{D2215255-A4EB-4CA9-80B8-E45544343928}" type="slidenum">
              <a:rPr kumimoji="1" lang="ja-JP" altLang="en-US" smtClean="0"/>
              <a:t>‹#›</a:t>
            </a:fld>
            <a:endParaRPr kumimoji="1" lang="ja-JP" altLang="en-US"/>
          </a:p>
        </p:txBody>
      </p:sp>
    </p:spTree>
    <p:extLst>
      <p:ext uri="{BB962C8B-B14F-4D97-AF65-F5344CB8AC3E}">
        <p14:creationId xmlns:p14="http://schemas.microsoft.com/office/powerpoint/2010/main" val="305778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201F0CEB-07E6-BB99-02F3-51207D33A376}"/>
              </a:ext>
            </a:extLst>
          </p:cNvPr>
          <p:cNvSpPr>
            <a:spLocks noGrp="1"/>
          </p:cNvSpPr>
          <p:nvPr>
            <p:ph type="dt" sz="half" idx="10"/>
          </p:nvPr>
        </p:nvSpPr>
        <p:spPr/>
        <p:txBody>
          <a:bodyPr/>
          <a:lstStyle/>
          <a:p>
            <a:fld id="{9627246E-3903-4E01-B28D-BFF5567D65C3}" type="datetimeFigureOut">
              <a:rPr kumimoji="1" lang="ja-JP" altLang="en-US" smtClean="0"/>
              <a:t>2026/2/19</a:t>
            </a:fld>
            <a:endParaRPr kumimoji="1" lang="ja-JP" altLang="en-US"/>
          </a:p>
        </p:txBody>
      </p:sp>
      <p:sp>
        <p:nvSpPr>
          <p:cNvPr id="3" name="フッター プレースホルダー 2">
            <a:extLst>
              <a:ext uri="{FF2B5EF4-FFF2-40B4-BE49-F238E27FC236}">
                <a16:creationId xmlns:a16="http://schemas.microsoft.com/office/drawing/2014/main" id="{E032D4F1-371A-B04C-0EAB-2A516C4CB4A1}"/>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32C58DE-F7FC-D29F-3D47-FEC904518B92}"/>
              </a:ext>
            </a:extLst>
          </p:cNvPr>
          <p:cNvSpPr>
            <a:spLocks noGrp="1"/>
          </p:cNvSpPr>
          <p:nvPr>
            <p:ph type="sldNum" sz="quarter" idx="12"/>
          </p:nvPr>
        </p:nvSpPr>
        <p:spPr/>
        <p:txBody>
          <a:bodyPr/>
          <a:lstStyle/>
          <a:p>
            <a:fld id="{D2215255-A4EB-4CA9-80B8-E45544343928}" type="slidenum">
              <a:rPr kumimoji="1" lang="ja-JP" altLang="en-US" smtClean="0"/>
              <a:t>‹#›</a:t>
            </a:fld>
            <a:endParaRPr kumimoji="1" lang="ja-JP" altLang="en-US"/>
          </a:p>
        </p:txBody>
      </p:sp>
    </p:spTree>
    <p:extLst>
      <p:ext uri="{BB962C8B-B14F-4D97-AF65-F5344CB8AC3E}">
        <p14:creationId xmlns:p14="http://schemas.microsoft.com/office/powerpoint/2010/main" val="38128505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07CB9F-9525-5457-98A5-47D66E027AE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688F5C2-DDA8-DBA3-6558-2D76689286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28EC735A-7B60-1380-15BB-D09EE51AF2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5E94756-D8AE-A267-CDA6-96939690A356}"/>
              </a:ext>
            </a:extLst>
          </p:cNvPr>
          <p:cNvSpPr>
            <a:spLocks noGrp="1"/>
          </p:cNvSpPr>
          <p:nvPr>
            <p:ph type="dt" sz="half" idx="10"/>
          </p:nvPr>
        </p:nvSpPr>
        <p:spPr/>
        <p:txBody>
          <a:bodyPr/>
          <a:lstStyle/>
          <a:p>
            <a:fld id="{9627246E-3903-4E01-B28D-BFF5567D65C3}" type="datetimeFigureOut">
              <a:rPr kumimoji="1" lang="ja-JP" altLang="en-US" smtClean="0"/>
              <a:t>2026/2/19</a:t>
            </a:fld>
            <a:endParaRPr kumimoji="1" lang="ja-JP" altLang="en-US"/>
          </a:p>
        </p:txBody>
      </p:sp>
      <p:sp>
        <p:nvSpPr>
          <p:cNvPr id="6" name="フッター プレースホルダー 5">
            <a:extLst>
              <a:ext uri="{FF2B5EF4-FFF2-40B4-BE49-F238E27FC236}">
                <a16:creationId xmlns:a16="http://schemas.microsoft.com/office/drawing/2014/main" id="{0514A1F6-1102-194F-5863-88537C7EB51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84231B4-8C75-8BE1-4EB8-8D4A98572CB2}"/>
              </a:ext>
            </a:extLst>
          </p:cNvPr>
          <p:cNvSpPr>
            <a:spLocks noGrp="1"/>
          </p:cNvSpPr>
          <p:nvPr>
            <p:ph type="sldNum" sz="quarter" idx="12"/>
          </p:nvPr>
        </p:nvSpPr>
        <p:spPr/>
        <p:txBody>
          <a:bodyPr/>
          <a:lstStyle/>
          <a:p>
            <a:fld id="{D2215255-A4EB-4CA9-80B8-E45544343928}" type="slidenum">
              <a:rPr kumimoji="1" lang="ja-JP" altLang="en-US" smtClean="0"/>
              <a:t>‹#›</a:t>
            </a:fld>
            <a:endParaRPr kumimoji="1" lang="ja-JP" altLang="en-US"/>
          </a:p>
        </p:txBody>
      </p:sp>
    </p:spTree>
    <p:extLst>
      <p:ext uri="{BB962C8B-B14F-4D97-AF65-F5344CB8AC3E}">
        <p14:creationId xmlns:p14="http://schemas.microsoft.com/office/powerpoint/2010/main" val="2277141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B2CC8E-13CB-B2A7-1558-E3707B615B7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7369E3F1-4083-D92F-478A-9A4FFA6E9A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BE977C58-0A9F-7900-38B3-6898556E3D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9F518B7-7DAC-7423-473C-9D562B4AFE21}"/>
              </a:ext>
            </a:extLst>
          </p:cNvPr>
          <p:cNvSpPr>
            <a:spLocks noGrp="1"/>
          </p:cNvSpPr>
          <p:nvPr>
            <p:ph type="dt" sz="half" idx="10"/>
          </p:nvPr>
        </p:nvSpPr>
        <p:spPr/>
        <p:txBody>
          <a:bodyPr/>
          <a:lstStyle/>
          <a:p>
            <a:fld id="{9627246E-3903-4E01-B28D-BFF5567D65C3}" type="datetimeFigureOut">
              <a:rPr kumimoji="1" lang="ja-JP" altLang="en-US" smtClean="0"/>
              <a:t>2026/2/19</a:t>
            </a:fld>
            <a:endParaRPr kumimoji="1" lang="ja-JP" altLang="en-US"/>
          </a:p>
        </p:txBody>
      </p:sp>
      <p:sp>
        <p:nvSpPr>
          <p:cNvPr id="6" name="フッター プレースホルダー 5">
            <a:extLst>
              <a:ext uri="{FF2B5EF4-FFF2-40B4-BE49-F238E27FC236}">
                <a16:creationId xmlns:a16="http://schemas.microsoft.com/office/drawing/2014/main" id="{5FA6D0CC-16E9-D009-16B4-05C01B6BFDE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BAD942C-09CB-DA11-4FF1-753B4A4249B8}"/>
              </a:ext>
            </a:extLst>
          </p:cNvPr>
          <p:cNvSpPr>
            <a:spLocks noGrp="1"/>
          </p:cNvSpPr>
          <p:nvPr>
            <p:ph type="sldNum" sz="quarter" idx="12"/>
          </p:nvPr>
        </p:nvSpPr>
        <p:spPr/>
        <p:txBody>
          <a:bodyPr/>
          <a:lstStyle/>
          <a:p>
            <a:fld id="{D2215255-A4EB-4CA9-80B8-E45544343928}" type="slidenum">
              <a:rPr kumimoji="1" lang="ja-JP" altLang="en-US" smtClean="0"/>
              <a:t>‹#›</a:t>
            </a:fld>
            <a:endParaRPr kumimoji="1" lang="ja-JP" altLang="en-US"/>
          </a:p>
        </p:txBody>
      </p:sp>
    </p:spTree>
    <p:extLst>
      <p:ext uri="{BB962C8B-B14F-4D97-AF65-F5344CB8AC3E}">
        <p14:creationId xmlns:p14="http://schemas.microsoft.com/office/powerpoint/2010/main" val="1546186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49D4C5-533C-9635-C421-70C0A1F5AE5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5CF0F36-7714-71CE-1DB5-A52C020974B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9416463-62CE-D96C-4B6A-D3F33C1FC210}"/>
              </a:ext>
            </a:extLst>
          </p:cNvPr>
          <p:cNvSpPr>
            <a:spLocks noGrp="1"/>
          </p:cNvSpPr>
          <p:nvPr>
            <p:ph type="dt" sz="half" idx="10"/>
          </p:nvPr>
        </p:nvSpPr>
        <p:spPr/>
        <p:txBody>
          <a:bodyPr/>
          <a:lstStyle/>
          <a:p>
            <a:fld id="{9627246E-3903-4E01-B28D-BFF5567D65C3}" type="datetimeFigureOut">
              <a:rPr kumimoji="1" lang="ja-JP" altLang="en-US" smtClean="0"/>
              <a:t>2026/2/19</a:t>
            </a:fld>
            <a:endParaRPr kumimoji="1" lang="ja-JP" altLang="en-US"/>
          </a:p>
        </p:txBody>
      </p:sp>
      <p:sp>
        <p:nvSpPr>
          <p:cNvPr id="5" name="フッター プレースホルダー 4">
            <a:extLst>
              <a:ext uri="{FF2B5EF4-FFF2-40B4-BE49-F238E27FC236}">
                <a16:creationId xmlns:a16="http://schemas.microsoft.com/office/drawing/2014/main" id="{CA163F17-678B-DDF8-496F-DC3A4B4A6BC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779D320-C0B6-E84E-2024-0A689F76BF08}"/>
              </a:ext>
            </a:extLst>
          </p:cNvPr>
          <p:cNvSpPr>
            <a:spLocks noGrp="1"/>
          </p:cNvSpPr>
          <p:nvPr>
            <p:ph type="sldNum" sz="quarter" idx="12"/>
          </p:nvPr>
        </p:nvSpPr>
        <p:spPr/>
        <p:txBody>
          <a:bodyPr/>
          <a:lstStyle/>
          <a:p>
            <a:fld id="{D2215255-A4EB-4CA9-80B8-E45544343928}" type="slidenum">
              <a:rPr kumimoji="1" lang="ja-JP" altLang="en-US" smtClean="0"/>
              <a:t>‹#›</a:t>
            </a:fld>
            <a:endParaRPr kumimoji="1" lang="ja-JP" altLang="en-US"/>
          </a:p>
        </p:txBody>
      </p:sp>
    </p:spTree>
    <p:extLst>
      <p:ext uri="{BB962C8B-B14F-4D97-AF65-F5344CB8AC3E}">
        <p14:creationId xmlns:p14="http://schemas.microsoft.com/office/powerpoint/2010/main" val="3228064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9694536-CCDD-03AD-BC96-6A9D3B1A4E2E}"/>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0994F37-3382-49B1-A7D4-3E8A02AA24C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1101AE0-F036-20D1-012A-C066BED70D17}"/>
              </a:ext>
            </a:extLst>
          </p:cNvPr>
          <p:cNvSpPr>
            <a:spLocks noGrp="1"/>
          </p:cNvSpPr>
          <p:nvPr>
            <p:ph type="dt" sz="half" idx="10"/>
          </p:nvPr>
        </p:nvSpPr>
        <p:spPr/>
        <p:txBody>
          <a:bodyPr/>
          <a:lstStyle/>
          <a:p>
            <a:fld id="{9627246E-3903-4E01-B28D-BFF5567D65C3}" type="datetimeFigureOut">
              <a:rPr kumimoji="1" lang="ja-JP" altLang="en-US" smtClean="0"/>
              <a:t>2026/2/19</a:t>
            </a:fld>
            <a:endParaRPr kumimoji="1" lang="ja-JP" altLang="en-US"/>
          </a:p>
        </p:txBody>
      </p:sp>
      <p:sp>
        <p:nvSpPr>
          <p:cNvPr id="5" name="フッター プレースホルダー 4">
            <a:extLst>
              <a:ext uri="{FF2B5EF4-FFF2-40B4-BE49-F238E27FC236}">
                <a16:creationId xmlns:a16="http://schemas.microsoft.com/office/drawing/2014/main" id="{2DD783E3-9663-5DDF-B54D-99018C8E120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46898E2-A55F-E6BB-CBC0-3F56C12B5D55}"/>
              </a:ext>
            </a:extLst>
          </p:cNvPr>
          <p:cNvSpPr>
            <a:spLocks noGrp="1"/>
          </p:cNvSpPr>
          <p:nvPr>
            <p:ph type="sldNum" sz="quarter" idx="12"/>
          </p:nvPr>
        </p:nvSpPr>
        <p:spPr/>
        <p:txBody>
          <a:bodyPr/>
          <a:lstStyle/>
          <a:p>
            <a:fld id="{D2215255-A4EB-4CA9-80B8-E45544343928}" type="slidenum">
              <a:rPr kumimoji="1" lang="ja-JP" altLang="en-US" smtClean="0"/>
              <a:t>‹#›</a:t>
            </a:fld>
            <a:endParaRPr kumimoji="1" lang="ja-JP" altLang="en-US"/>
          </a:p>
        </p:txBody>
      </p:sp>
    </p:spTree>
    <p:extLst>
      <p:ext uri="{BB962C8B-B14F-4D97-AF65-F5344CB8AC3E}">
        <p14:creationId xmlns:p14="http://schemas.microsoft.com/office/powerpoint/2010/main" val="1315009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6FF4083-A477-3ED5-156C-AD40750CE4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8E7CA38-54DD-7CFB-256B-D25158F17E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3A4EA3A-2140-DA0F-A603-B97273FED4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627246E-3903-4E01-B28D-BFF5567D65C3}" type="datetimeFigureOut">
              <a:rPr kumimoji="1" lang="ja-JP" altLang="en-US" smtClean="0"/>
              <a:t>2026/2/19</a:t>
            </a:fld>
            <a:endParaRPr kumimoji="1" lang="ja-JP" altLang="en-US"/>
          </a:p>
        </p:txBody>
      </p:sp>
      <p:sp>
        <p:nvSpPr>
          <p:cNvPr id="5" name="フッター プレースホルダー 4">
            <a:extLst>
              <a:ext uri="{FF2B5EF4-FFF2-40B4-BE49-F238E27FC236}">
                <a16:creationId xmlns:a16="http://schemas.microsoft.com/office/drawing/2014/main" id="{000E37FC-FE1A-627D-C1B9-396FE265B0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A9101B58-2867-60AD-B309-1CE6972C5D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2215255-A4EB-4CA9-80B8-E45544343928}" type="slidenum">
              <a:rPr kumimoji="1" lang="ja-JP" altLang="en-US" smtClean="0"/>
              <a:t>‹#›</a:t>
            </a:fld>
            <a:endParaRPr kumimoji="1" lang="ja-JP" altLang="en-US"/>
          </a:p>
        </p:txBody>
      </p:sp>
    </p:spTree>
    <p:extLst>
      <p:ext uri="{BB962C8B-B14F-4D97-AF65-F5344CB8AC3E}">
        <p14:creationId xmlns:p14="http://schemas.microsoft.com/office/powerpoint/2010/main" val="2973786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bookplus.nikkei.com/atcl/catalog/21/S00180/"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ja.wikipedia.org/wiki/%E3%82%AE%E3%83%A3%E3%83%B3%E3%82%B0%E3%83%BB%E3%82%AA%E3%83%96%E3%83%BB%E3%83%95%E3%82%A9%E3%83%BC_(%E6%83%85%E5%A0%B1%E5%B7%A5%E5%AD%A6)" TargetMode="External"/><Relationship Id="rId2" Type="http://schemas.openxmlformats.org/officeDocument/2006/relationships/hyperlink" Target="https://ja.wikipedia.org/wiki/%E3%82%AA%E3%83%96%E3%82%B8%E3%82%A7%E3%82%AF%E3%83%88%E6%8C%87%E5%90%91" TargetMode="External"/><Relationship Id="rId1" Type="http://schemas.openxmlformats.org/officeDocument/2006/relationships/slideLayout" Target="../slideLayouts/slideLayout2.xml"/><Relationship Id="rId4" Type="http://schemas.openxmlformats.org/officeDocument/2006/relationships/hyperlink" Target="https://ja.wikipedia.org/wiki/%E3%83%87%E3%82%B6%E3%82%A4%E3%83%B3%E3%83%91%E3%82%BF%E3%83%BC%E3%83%B3_(%E3%82%BD%E3%83%95%E3%83%88%E3%82%A6%E3%82%A7%E3%82%A2)"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cs.android.com/android/platform/superproject/+/android-latest-release:frameworks/base/core/java/android/view/View.java;l=1?q=View.java&amp;sq=&amp;ss=android%2Fplatform%2Fsuperproject&amp;hl=ja"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cs.android.com/android/platform/superproject/+/android-latest-release:frameworks/base/core/java/android/view/ViewGroup.java?hl=ja" TargetMode="External"/><Relationship Id="rId2" Type="http://schemas.openxmlformats.org/officeDocument/2006/relationships/hyperlink" Target="https://cs.android.com/android/platform/superproject/+/android-latest-release:frameworks/base/core/java/android/widget/CheckBox.java?q=CheckBox.java&amp;ss=android%2Fplatform%2Fsuperproject&amp;hl=ja" TargetMode="External"/><Relationship Id="rId1" Type="http://schemas.openxmlformats.org/officeDocument/2006/relationships/slideLayout" Target="../slideLayouts/slideLayout2.xml"/><Relationship Id="rId5" Type="http://schemas.openxmlformats.org/officeDocument/2006/relationships/hyperlink" Target="https://cs.android.com/android/platform/superproject/+/android-latest-release:frameworks/base/core/java/android/widget/RelativeLayout.java;l=90?q=RelativeLayout&amp;ss=android%2Fplatform%2Fsuperproject&amp;hl=ja" TargetMode="External"/><Relationship Id="rId4" Type="http://schemas.openxmlformats.org/officeDocument/2006/relationships/hyperlink" Target="https://cs.android.com/android/platform/superproject/+/android-latest-release:frameworks/layoutlib/create/tests/res/mock_data/mock_android/widget/LinearLayout.java?hl=j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タイトル 1">
            <a:extLst>
              <a:ext uri="{FF2B5EF4-FFF2-40B4-BE49-F238E27FC236}">
                <a16:creationId xmlns:a16="http://schemas.microsoft.com/office/drawing/2014/main" id="{3F0D190A-A8DB-32F1-0D56-13F6D381B778}"/>
              </a:ext>
            </a:extLst>
          </p:cNvPr>
          <p:cNvSpPr>
            <a:spLocks noGrp="1"/>
          </p:cNvSpPr>
          <p:nvPr>
            <p:ph type="ctrTitle"/>
          </p:nvPr>
        </p:nvSpPr>
        <p:spPr>
          <a:xfrm>
            <a:off x="1314824" y="735106"/>
            <a:ext cx="10053763" cy="2928470"/>
          </a:xfrm>
        </p:spPr>
        <p:txBody>
          <a:bodyPr anchor="b">
            <a:normAutofit/>
          </a:bodyPr>
          <a:lstStyle/>
          <a:p>
            <a:pPr algn="l"/>
            <a:r>
              <a:rPr lang="ja-JP" altLang="en-US" sz="4800" dirty="0">
                <a:solidFill>
                  <a:srgbClr val="FFFFFF"/>
                </a:solidFill>
              </a:rPr>
              <a:t>オブジェクト指向プログラミング</a:t>
            </a:r>
            <a:br>
              <a:rPr lang="en-US" altLang="ja-JP" sz="4800" dirty="0">
                <a:solidFill>
                  <a:srgbClr val="FFFFFF"/>
                </a:solidFill>
              </a:rPr>
            </a:br>
            <a:r>
              <a:rPr lang="ja-JP" altLang="en-US" sz="4800" dirty="0">
                <a:solidFill>
                  <a:srgbClr val="FFFFFF"/>
                </a:solidFill>
              </a:rPr>
              <a:t>（</a:t>
            </a:r>
            <a:r>
              <a:rPr lang="en-US" altLang="ja-JP" sz="4800" dirty="0">
                <a:solidFill>
                  <a:srgbClr val="FFFFFF"/>
                </a:solidFill>
              </a:rPr>
              <a:t>OOP</a:t>
            </a:r>
            <a:r>
              <a:rPr lang="ja-JP" altLang="en-US" sz="4800" dirty="0">
                <a:solidFill>
                  <a:srgbClr val="FFFFFF"/>
                </a:solidFill>
              </a:rPr>
              <a:t>）概要</a:t>
            </a:r>
            <a:endParaRPr kumimoji="1" lang="ja-JP" altLang="en-US" sz="4800" dirty="0">
              <a:solidFill>
                <a:srgbClr val="FFFFFF"/>
              </a:solidFill>
            </a:endParaRPr>
          </a:p>
        </p:txBody>
      </p:sp>
      <p:sp>
        <p:nvSpPr>
          <p:cNvPr id="3" name="字幕 2">
            <a:extLst>
              <a:ext uri="{FF2B5EF4-FFF2-40B4-BE49-F238E27FC236}">
                <a16:creationId xmlns:a16="http://schemas.microsoft.com/office/drawing/2014/main" id="{BC817A74-920C-0926-7C76-24BA4993B9F3}"/>
              </a:ext>
            </a:extLst>
          </p:cNvPr>
          <p:cNvSpPr>
            <a:spLocks noGrp="1"/>
          </p:cNvSpPr>
          <p:nvPr>
            <p:ph type="subTitle" idx="1"/>
          </p:nvPr>
        </p:nvSpPr>
        <p:spPr>
          <a:xfrm>
            <a:off x="1350682" y="4870824"/>
            <a:ext cx="10005951" cy="1458258"/>
          </a:xfrm>
        </p:spPr>
        <p:txBody>
          <a:bodyPr anchor="ctr">
            <a:normAutofit/>
          </a:bodyPr>
          <a:lstStyle/>
          <a:p>
            <a:pPr algn="l"/>
            <a:r>
              <a:rPr kumimoji="1" lang="en-US" altLang="ja-JP" dirty="0"/>
              <a:t>※OOP</a:t>
            </a:r>
            <a:r>
              <a:rPr kumimoji="1" lang="ja-JP" altLang="en-US" dirty="0"/>
              <a:t>とは</a:t>
            </a:r>
            <a:r>
              <a:rPr kumimoji="1" lang="en-US" altLang="ja-JP" dirty="0"/>
              <a:t> Object Oriented Programing </a:t>
            </a:r>
            <a:r>
              <a:rPr kumimoji="1" lang="ja-JP" altLang="en-US" dirty="0"/>
              <a:t>の略</a:t>
            </a:r>
          </a:p>
        </p:txBody>
      </p:sp>
    </p:spTree>
    <p:extLst>
      <p:ext uri="{BB962C8B-B14F-4D97-AF65-F5344CB8AC3E}">
        <p14:creationId xmlns:p14="http://schemas.microsoft.com/office/powerpoint/2010/main" val="634982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E07E3-1B09-367C-DDAC-78B4285B48F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1C4982B-BC3A-D6CF-E3B5-60C95AD63E08}"/>
              </a:ext>
            </a:extLst>
          </p:cNvPr>
          <p:cNvSpPr>
            <a:spLocks noGrp="1"/>
          </p:cNvSpPr>
          <p:nvPr>
            <p:ph type="title"/>
          </p:nvPr>
        </p:nvSpPr>
        <p:spPr/>
        <p:txBody>
          <a:bodyPr>
            <a:normAutofit/>
          </a:bodyPr>
          <a:lstStyle/>
          <a:p>
            <a:r>
              <a:rPr lang="ja-JP" altLang="en-US" sz="3600"/>
              <a:t>今回お伝えしたいこと</a:t>
            </a:r>
            <a:endParaRPr kumimoji="1" lang="ja-JP" altLang="en-US" sz="3600" dirty="0"/>
          </a:p>
        </p:txBody>
      </p:sp>
      <p:sp>
        <p:nvSpPr>
          <p:cNvPr id="3" name="コンテンツ プレースホルダー 2">
            <a:extLst>
              <a:ext uri="{FF2B5EF4-FFF2-40B4-BE49-F238E27FC236}">
                <a16:creationId xmlns:a16="http://schemas.microsoft.com/office/drawing/2014/main" id="{DD53FF5D-E9CC-E595-2B49-9FD96365E089}"/>
              </a:ext>
            </a:extLst>
          </p:cNvPr>
          <p:cNvSpPr>
            <a:spLocks noGrp="1"/>
          </p:cNvSpPr>
          <p:nvPr>
            <p:ph idx="1"/>
          </p:nvPr>
        </p:nvSpPr>
        <p:spPr>
          <a:xfrm>
            <a:off x="838200" y="1466397"/>
            <a:ext cx="10515600" cy="5146674"/>
          </a:xfrm>
        </p:spPr>
        <p:txBody>
          <a:bodyPr>
            <a:normAutofit/>
          </a:bodyPr>
          <a:lstStyle/>
          <a:p>
            <a:r>
              <a:rPr lang="ja-JP" altLang="en-US" sz="3200"/>
              <a:t>オブジェクト思考プログラミング（</a:t>
            </a:r>
            <a:r>
              <a:rPr lang="en-US" altLang="ja-JP" sz="3200" dirty="0"/>
              <a:t>OOP</a:t>
            </a:r>
            <a:r>
              <a:rPr lang="ja-JP" altLang="en-US" sz="3200"/>
              <a:t>）とは</a:t>
            </a:r>
            <a:endParaRPr lang="en-US" altLang="ja-JP" sz="3200" dirty="0"/>
          </a:p>
          <a:p>
            <a:r>
              <a:rPr lang="en-US" altLang="ja-JP" sz="3200" dirty="0"/>
              <a:t>OOP</a:t>
            </a:r>
            <a:r>
              <a:rPr lang="ja-JP" altLang="en-US" sz="3200"/>
              <a:t>の主要概念</a:t>
            </a:r>
            <a:endParaRPr lang="en-US" altLang="ja-JP" sz="3200" dirty="0"/>
          </a:p>
          <a:p>
            <a:r>
              <a:rPr lang="ja-JP" altLang="en-US" sz="3200"/>
              <a:t>デザインパターン</a:t>
            </a:r>
            <a:endParaRPr lang="en-US" altLang="ja-JP" sz="3200" dirty="0"/>
          </a:p>
          <a:p>
            <a:r>
              <a:rPr lang="ja-JP" altLang="en-US" sz="3200"/>
              <a:t>マルチパラダイム（関数型言語の概念の導入）</a:t>
            </a:r>
            <a:endParaRPr lang="en-US" altLang="ja-JP" sz="3200" dirty="0"/>
          </a:p>
          <a:p>
            <a:r>
              <a:rPr lang="en-US" altLang="ja-JP" sz="3200" dirty="0"/>
              <a:t>Java</a:t>
            </a:r>
            <a:r>
              <a:rPr lang="ja-JP" altLang="en-US" sz="3200"/>
              <a:t>言語の導入</a:t>
            </a:r>
            <a:endParaRPr lang="en-US" altLang="ja-JP" sz="3200" dirty="0"/>
          </a:p>
          <a:p>
            <a:pPr>
              <a:buFont typeface="Wingdings" panose="05000000000000000000" pitchFamily="2" charset="2"/>
              <a:buChar char="l"/>
            </a:pPr>
            <a:endParaRPr lang="en-US" altLang="ja-JP" sz="3200" dirty="0"/>
          </a:p>
          <a:p>
            <a:pPr>
              <a:buFont typeface="Wingdings" panose="05000000000000000000" pitchFamily="2" charset="2"/>
              <a:buChar char="l"/>
            </a:pPr>
            <a:endParaRPr lang="en-US" altLang="ja-JP" sz="3200" dirty="0"/>
          </a:p>
          <a:p>
            <a:pPr>
              <a:buFont typeface="Wingdings" panose="05000000000000000000" pitchFamily="2" charset="2"/>
              <a:buChar char="l"/>
            </a:pPr>
            <a:endParaRPr lang="ja-JP" altLang="en-US" sz="3200" dirty="0"/>
          </a:p>
        </p:txBody>
      </p:sp>
    </p:spTree>
    <p:extLst>
      <p:ext uri="{BB962C8B-B14F-4D97-AF65-F5344CB8AC3E}">
        <p14:creationId xmlns:p14="http://schemas.microsoft.com/office/powerpoint/2010/main" val="1350614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C784ACA-9376-15C6-DD93-68B5D582FADA}"/>
              </a:ext>
            </a:extLst>
          </p:cNvPr>
          <p:cNvSpPr>
            <a:spLocks noGrp="1"/>
          </p:cNvSpPr>
          <p:nvPr>
            <p:ph type="title"/>
          </p:nvPr>
        </p:nvSpPr>
        <p:spPr/>
        <p:txBody>
          <a:bodyPr>
            <a:normAutofit/>
          </a:bodyPr>
          <a:lstStyle/>
          <a:p>
            <a:r>
              <a:rPr lang="ja-JP" altLang="en-US" sz="3600" dirty="0"/>
              <a:t>オブジェクト指向プログラミング</a:t>
            </a:r>
            <a:r>
              <a:rPr lang="en-US" altLang="ja-JP" sz="3600" dirty="0"/>
              <a:t>(OOP)</a:t>
            </a:r>
            <a:r>
              <a:rPr lang="ja-JP" altLang="en-US" sz="3600" dirty="0"/>
              <a:t>とは？</a:t>
            </a:r>
            <a:endParaRPr kumimoji="1" lang="ja-JP" altLang="en-US" sz="3600" dirty="0"/>
          </a:p>
        </p:txBody>
      </p:sp>
      <p:sp>
        <p:nvSpPr>
          <p:cNvPr id="3" name="コンテンツ プレースホルダー 2">
            <a:extLst>
              <a:ext uri="{FF2B5EF4-FFF2-40B4-BE49-F238E27FC236}">
                <a16:creationId xmlns:a16="http://schemas.microsoft.com/office/drawing/2014/main" id="{37025C41-8921-578C-16F8-6B5CF0A93AE0}"/>
              </a:ext>
            </a:extLst>
          </p:cNvPr>
          <p:cNvSpPr>
            <a:spLocks noGrp="1"/>
          </p:cNvSpPr>
          <p:nvPr>
            <p:ph idx="1"/>
          </p:nvPr>
        </p:nvSpPr>
        <p:spPr/>
        <p:txBody>
          <a:bodyPr>
            <a:normAutofit/>
          </a:bodyPr>
          <a:lstStyle/>
          <a:p>
            <a:pPr marL="0" indent="0">
              <a:buNone/>
            </a:pPr>
            <a:r>
              <a:rPr lang="ja-JP" altLang="en-US" dirty="0"/>
              <a:t>✅ソフトの保守や再利用をしやすくすることを重視する技術</a:t>
            </a:r>
            <a:endParaRPr lang="en-US" altLang="ja-JP" dirty="0"/>
          </a:p>
          <a:p>
            <a:pPr marL="0" indent="0">
              <a:buNone/>
            </a:pPr>
            <a:endParaRPr lang="en-US" altLang="ja-JP" dirty="0"/>
          </a:p>
          <a:p>
            <a:pPr marL="0" indent="0">
              <a:buNone/>
            </a:pPr>
            <a:r>
              <a:rPr lang="ja-JP" altLang="en-US" dirty="0"/>
              <a:t>✅個々の部品により強く着目し、部品の独立性を高め、それらを組み上げてシステムを実現することが基本的な考え方</a:t>
            </a:r>
            <a:endParaRPr lang="en-US" altLang="ja-JP" dirty="0"/>
          </a:p>
          <a:p>
            <a:pPr marL="0" indent="0">
              <a:buNone/>
            </a:pPr>
            <a:endParaRPr lang="en-US" altLang="ja-JP" dirty="0"/>
          </a:p>
          <a:p>
            <a:pPr marL="0" indent="0">
              <a:buNone/>
            </a:pPr>
            <a:r>
              <a:rPr lang="ja-JP" altLang="en-US" dirty="0"/>
              <a:t>✅部品の独立性を高めることで、修正が起きた場合の影響範囲を最小限にして、他のシステムで容易に再利用できるよう</a:t>
            </a:r>
            <a:r>
              <a:rPr lang="ja-JP" altLang="en-US"/>
              <a:t>にする</a:t>
            </a:r>
            <a:endParaRPr lang="en-US" altLang="ja-JP" dirty="0"/>
          </a:p>
          <a:p>
            <a:pPr marL="0" indent="0">
              <a:buNone/>
            </a:pPr>
            <a:endParaRPr lang="en-US" altLang="ja-JP" dirty="0"/>
          </a:p>
          <a:p>
            <a:pPr marL="0" indent="0">
              <a:buNone/>
            </a:pPr>
            <a:r>
              <a:rPr lang="en-US" altLang="ja-JP" sz="1800" dirty="0"/>
              <a:t>*</a:t>
            </a:r>
            <a:r>
              <a:rPr lang="ja-JP" altLang="en-US" sz="1800">
                <a:hlinkClick r:id="rId2"/>
              </a:rPr>
              <a:t>書籍</a:t>
            </a:r>
            <a:r>
              <a:rPr lang="en-US" altLang="ja-JP" sz="1800" dirty="0">
                <a:hlinkClick r:id="rId2"/>
              </a:rPr>
              <a:t>『</a:t>
            </a:r>
            <a:r>
              <a:rPr lang="ja-JP" altLang="en-US" sz="1800">
                <a:hlinkClick r:id="rId2"/>
              </a:rPr>
              <a:t>オブジェクト指向でなぜつくるのか</a:t>
            </a:r>
            <a:r>
              <a:rPr lang="en-US" altLang="ja-JP" sz="1800" dirty="0">
                <a:hlinkClick r:id="rId2"/>
              </a:rPr>
              <a:t> </a:t>
            </a:r>
            <a:r>
              <a:rPr lang="ja-JP" altLang="en-US" sz="1800">
                <a:hlinkClick r:id="rId2"/>
              </a:rPr>
              <a:t>第３版</a:t>
            </a:r>
            <a:r>
              <a:rPr lang="en-US" altLang="ja-JP" sz="1800" dirty="0">
                <a:hlinkClick r:id="rId2"/>
              </a:rPr>
              <a:t>』</a:t>
            </a:r>
            <a:r>
              <a:rPr lang="ja-JP" altLang="en-US" sz="1800"/>
              <a:t>より引用</a:t>
            </a:r>
            <a:endParaRPr lang="ja-JP" altLang="en-US" sz="1800" dirty="0"/>
          </a:p>
        </p:txBody>
      </p:sp>
      <p:sp>
        <p:nvSpPr>
          <p:cNvPr id="5" name="テキスト ボックス 4">
            <a:extLst>
              <a:ext uri="{FF2B5EF4-FFF2-40B4-BE49-F238E27FC236}">
                <a16:creationId xmlns:a16="http://schemas.microsoft.com/office/drawing/2014/main" id="{3986E4EE-F4F7-91AF-2B8E-54F230D41858}"/>
              </a:ext>
            </a:extLst>
          </p:cNvPr>
          <p:cNvSpPr txBox="1"/>
          <p:nvPr/>
        </p:nvSpPr>
        <p:spPr>
          <a:xfrm>
            <a:off x="3049030" y="2997199"/>
            <a:ext cx="6098058" cy="369332"/>
          </a:xfrm>
          <a:prstGeom prst="rect">
            <a:avLst/>
          </a:prstGeom>
          <a:noFill/>
        </p:spPr>
        <p:txBody>
          <a:bodyPr wrap="square">
            <a:spAutoFit/>
          </a:bodyPr>
          <a:lstStyle/>
          <a:p>
            <a:r>
              <a:rPr lang="en-US" altLang="ja-JP" dirty="0">
                <a:hlinkClick r:id="rId2"/>
              </a:rPr>
              <a:t>『</a:t>
            </a:r>
            <a:r>
              <a:rPr lang="ja-JP" altLang="en-US">
                <a:hlinkClick r:id="rId2"/>
              </a:rPr>
              <a:t>オブジェクト指向でなぜつくるのか</a:t>
            </a:r>
            <a:r>
              <a:rPr lang="en-US" altLang="ja-JP" dirty="0">
                <a:hlinkClick r:id="rId2"/>
              </a:rPr>
              <a:t> </a:t>
            </a:r>
            <a:r>
              <a:rPr lang="ja-JP" altLang="en-US">
                <a:hlinkClick r:id="rId2"/>
              </a:rPr>
              <a:t>第３版</a:t>
            </a:r>
            <a:r>
              <a:rPr lang="en-US" altLang="ja-JP" dirty="0">
                <a:hlinkClick r:id="rId2"/>
              </a:rPr>
              <a:t>』</a:t>
            </a:r>
            <a:r>
              <a:rPr lang="ja-JP" altLang="en-US"/>
              <a:t>より引用</a:t>
            </a:r>
          </a:p>
        </p:txBody>
      </p:sp>
    </p:spTree>
    <p:extLst>
      <p:ext uri="{BB962C8B-B14F-4D97-AF65-F5344CB8AC3E}">
        <p14:creationId xmlns:p14="http://schemas.microsoft.com/office/powerpoint/2010/main" val="40199727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E07E3-1B09-367C-DDAC-78B4285B48F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1C4982B-BC3A-D6CF-E3B5-60C95AD63E08}"/>
              </a:ext>
            </a:extLst>
          </p:cNvPr>
          <p:cNvSpPr>
            <a:spLocks noGrp="1"/>
          </p:cNvSpPr>
          <p:nvPr>
            <p:ph type="title"/>
          </p:nvPr>
        </p:nvSpPr>
        <p:spPr/>
        <p:txBody>
          <a:bodyPr>
            <a:normAutofit/>
          </a:bodyPr>
          <a:lstStyle/>
          <a:p>
            <a:r>
              <a:rPr lang="en-US" altLang="ja-JP" sz="3600" dirty="0"/>
              <a:t>OOP</a:t>
            </a:r>
            <a:r>
              <a:rPr lang="ja-JP" altLang="en-US" sz="3600"/>
              <a:t>の</a:t>
            </a:r>
            <a:r>
              <a:rPr lang="ja-JP" altLang="en-US" sz="3600" dirty="0"/>
              <a:t>主要概念</a:t>
            </a:r>
            <a:endParaRPr kumimoji="1" lang="ja-JP" altLang="en-US" sz="3600" dirty="0"/>
          </a:p>
        </p:txBody>
      </p:sp>
      <p:sp>
        <p:nvSpPr>
          <p:cNvPr id="3" name="コンテンツ プレースホルダー 2">
            <a:extLst>
              <a:ext uri="{FF2B5EF4-FFF2-40B4-BE49-F238E27FC236}">
                <a16:creationId xmlns:a16="http://schemas.microsoft.com/office/drawing/2014/main" id="{DD53FF5D-E9CC-E595-2B49-9FD96365E089}"/>
              </a:ext>
            </a:extLst>
          </p:cNvPr>
          <p:cNvSpPr>
            <a:spLocks noGrp="1"/>
          </p:cNvSpPr>
          <p:nvPr>
            <p:ph idx="1"/>
          </p:nvPr>
        </p:nvSpPr>
        <p:spPr>
          <a:xfrm>
            <a:off x="838200" y="1466397"/>
            <a:ext cx="10515600" cy="5146674"/>
          </a:xfrm>
        </p:spPr>
        <p:txBody>
          <a:bodyPr>
            <a:normAutofit/>
          </a:bodyPr>
          <a:lstStyle/>
          <a:p>
            <a:pPr marL="0" indent="0">
              <a:buNone/>
            </a:pPr>
            <a:r>
              <a:rPr lang="en-US" altLang="ja-JP" dirty="0"/>
              <a:t>OOP</a:t>
            </a:r>
            <a:r>
              <a:rPr lang="ja-JP" altLang="en-US"/>
              <a:t>の主要な４つの概念について説明する</a:t>
            </a:r>
            <a:endParaRPr lang="en-US" altLang="ja-JP" dirty="0"/>
          </a:p>
          <a:p>
            <a:pPr marL="0" indent="0">
              <a:buNone/>
            </a:pPr>
            <a:r>
              <a:rPr lang="en-US" altLang="ja-JP" dirty="0"/>
              <a:t>- </a:t>
            </a:r>
            <a:r>
              <a:rPr lang="ja-JP" altLang="en-US"/>
              <a:t>カプセル化</a:t>
            </a:r>
            <a:endParaRPr lang="en-US" altLang="ja-JP" dirty="0"/>
          </a:p>
          <a:p>
            <a:pPr marL="0" indent="0">
              <a:buNone/>
            </a:pPr>
            <a:r>
              <a:rPr lang="en-US" altLang="ja-JP" dirty="0"/>
              <a:t>- </a:t>
            </a:r>
            <a:r>
              <a:rPr lang="ja-JP" altLang="en-US"/>
              <a:t>継承</a:t>
            </a:r>
            <a:endParaRPr lang="en-US" altLang="ja-JP" dirty="0"/>
          </a:p>
          <a:p>
            <a:pPr marL="0" indent="0">
              <a:buNone/>
            </a:pPr>
            <a:r>
              <a:rPr lang="en-US" altLang="ja-JP" dirty="0"/>
              <a:t>- </a:t>
            </a:r>
            <a:r>
              <a:rPr lang="ja-JP" altLang="en-US"/>
              <a:t>多態（ポリモーフィズム）</a:t>
            </a:r>
            <a:endParaRPr lang="en-US" altLang="ja-JP" dirty="0"/>
          </a:p>
          <a:p>
            <a:pPr>
              <a:buFontTx/>
              <a:buChar char="-"/>
            </a:pPr>
            <a:r>
              <a:rPr lang="ja-JP" altLang="en-US"/>
              <a:t>移譲（コンポジット）</a:t>
            </a:r>
            <a:r>
              <a:rPr lang="en-US" altLang="ja-JP" sz="1800" dirty="0"/>
              <a:t>*</a:t>
            </a:r>
            <a:r>
              <a:rPr lang="ja-JP" altLang="en-US" sz="1800"/>
              <a:t>これは</a:t>
            </a:r>
            <a:r>
              <a:rPr lang="en-US" altLang="ja-JP" sz="1800" dirty="0"/>
              <a:t>OOP</a:t>
            </a:r>
            <a:r>
              <a:rPr lang="ja-JP" altLang="en-US" sz="1800"/>
              <a:t>というより設計デザインの概念</a:t>
            </a:r>
            <a:endParaRPr lang="en-US" altLang="ja-JP" sz="1800" dirty="0"/>
          </a:p>
          <a:p>
            <a:pPr>
              <a:buFontTx/>
              <a:buChar char="-"/>
            </a:pPr>
            <a:endParaRPr lang="en-US" altLang="ja-JP" dirty="0"/>
          </a:p>
          <a:p>
            <a:pPr marL="0" indent="0">
              <a:buNone/>
            </a:pPr>
            <a:r>
              <a:rPr lang="en-US" altLang="ja-JP" sz="2400" dirty="0"/>
              <a:t>※</a:t>
            </a:r>
            <a:r>
              <a:rPr lang="ja-JP" altLang="en-US" sz="2400"/>
              <a:t>以下のファイルで説明する</a:t>
            </a:r>
            <a:endParaRPr lang="en-US" altLang="ja-JP" sz="2400" dirty="0"/>
          </a:p>
          <a:p>
            <a:pPr marL="0" indent="0">
              <a:buNone/>
            </a:pPr>
            <a:r>
              <a:rPr lang="en-US" altLang="ja-JP" sz="1800" dirty="0"/>
              <a:t>- </a:t>
            </a:r>
            <a:r>
              <a:rPr lang="ja-JP" altLang="en-US" sz="1800"/>
              <a:t>オブジェクト指向を学習するための実践的クラス（</a:t>
            </a:r>
            <a:r>
              <a:rPr lang="en-US" altLang="ja-JP" sz="1800" dirty="0" err="1"/>
              <a:t>NotificationSystem</a:t>
            </a:r>
            <a:r>
              <a:rPr lang="ja-JP" altLang="en-US" sz="1800"/>
              <a:t>）</a:t>
            </a:r>
            <a:r>
              <a:rPr lang="en-US" altLang="ja-JP" sz="1800" dirty="0"/>
              <a:t>.md</a:t>
            </a:r>
          </a:p>
          <a:p>
            <a:pPr marL="0" indent="0">
              <a:buNone/>
            </a:pPr>
            <a:r>
              <a:rPr lang="en-US" altLang="ja-JP" sz="1800" dirty="0"/>
              <a:t>- </a:t>
            </a:r>
            <a:r>
              <a:rPr lang="en-US" altLang="ja-JP" sz="1800" dirty="0" err="1"/>
              <a:t>NotificationSystem.java</a:t>
            </a:r>
            <a:endParaRPr lang="en-US" altLang="ja-JP" sz="1800" dirty="0"/>
          </a:p>
          <a:p>
            <a:pPr marL="0" indent="0">
              <a:buNone/>
            </a:pPr>
            <a:endParaRPr lang="en-US" altLang="ja-JP" dirty="0"/>
          </a:p>
          <a:p>
            <a:pPr>
              <a:buFontTx/>
              <a:buChar char="-"/>
            </a:pPr>
            <a:endParaRPr lang="en-US" altLang="ja-JP" dirty="0"/>
          </a:p>
          <a:p>
            <a:pPr>
              <a:buFontTx/>
              <a:buChar char="-"/>
            </a:pPr>
            <a:endParaRPr lang="en-US" altLang="ja-JP" dirty="0"/>
          </a:p>
        </p:txBody>
      </p:sp>
    </p:spTree>
    <p:extLst>
      <p:ext uri="{BB962C8B-B14F-4D97-AF65-F5344CB8AC3E}">
        <p14:creationId xmlns:p14="http://schemas.microsoft.com/office/powerpoint/2010/main" val="502312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E07E3-1B09-367C-DDAC-78B4285B48F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1C4982B-BC3A-D6CF-E3B5-60C95AD63E08}"/>
              </a:ext>
            </a:extLst>
          </p:cNvPr>
          <p:cNvSpPr>
            <a:spLocks noGrp="1"/>
          </p:cNvSpPr>
          <p:nvPr>
            <p:ph type="title"/>
          </p:nvPr>
        </p:nvSpPr>
        <p:spPr/>
        <p:txBody>
          <a:bodyPr>
            <a:normAutofit/>
          </a:bodyPr>
          <a:lstStyle/>
          <a:p>
            <a:r>
              <a:rPr lang="ja-JP" altLang="en-US" sz="3600" dirty="0"/>
              <a:t>デザインパターンについて</a:t>
            </a:r>
            <a:endParaRPr kumimoji="1" lang="ja-JP" altLang="en-US" sz="3600" dirty="0"/>
          </a:p>
        </p:txBody>
      </p:sp>
      <p:sp>
        <p:nvSpPr>
          <p:cNvPr id="3" name="コンテンツ プレースホルダー 2">
            <a:extLst>
              <a:ext uri="{FF2B5EF4-FFF2-40B4-BE49-F238E27FC236}">
                <a16:creationId xmlns:a16="http://schemas.microsoft.com/office/drawing/2014/main" id="{DD53FF5D-E9CC-E595-2B49-9FD96365E089}"/>
              </a:ext>
            </a:extLst>
          </p:cNvPr>
          <p:cNvSpPr>
            <a:spLocks noGrp="1"/>
          </p:cNvSpPr>
          <p:nvPr>
            <p:ph idx="1"/>
          </p:nvPr>
        </p:nvSpPr>
        <p:spPr>
          <a:xfrm>
            <a:off x="838200" y="1466397"/>
            <a:ext cx="10515600" cy="5146674"/>
          </a:xfrm>
        </p:spPr>
        <p:txBody>
          <a:bodyPr>
            <a:normAutofit/>
          </a:bodyPr>
          <a:lstStyle/>
          <a:p>
            <a:pPr marL="0" indent="0">
              <a:buNone/>
            </a:pPr>
            <a:r>
              <a:rPr lang="ja-JP" altLang="en-US"/>
              <a:t>✅ソフトウェア設計に繰り返し現れる問題に対する実績ある解決方法を、再利用可能な形で共有するためにまとめられた設計知識</a:t>
            </a:r>
            <a:endParaRPr lang="en-US" altLang="ja-JP" dirty="0"/>
          </a:p>
          <a:p>
            <a:pPr marL="0" indent="0">
              <a:buNone/>
            </a:pPr>
            <a:endParaRPr lang="en-US" altLang="ja-JP" dirty="0"/>
          </a:p>
          <a:p>
            <a:pPr marL="0" indent="0">
              <a:buNone/>
            </a:pPr>
            <a:r>
              <a:rPr lang="ja-JP" altLang="en-US"/>
              <a:t>✅個別の実装ではなく設計上の構造を共有することで、開発効率と設計品質の向上を図ることを目的とする。</a:t>
            </a:r>
            <a:endParaRPr lang="en-US" altLang="ja-JP" dirty="0"/>
          </a:p>
          <a:p>
            <a:pPr marL="0" indent="0">
              <a:buNone/>
            </a:pPr>
            <a:endParaRPr lang="en-US" altLang="ja-JP" dirty="0"/>
          </a:p>
          <a:p>
            <a:pPr marL="0" indent="0">
              <a:buNone/>
            </a:pPr>
            <a:r>
              <a:rPr lang="ja-JP" altLang="en-US"/>
              <a:t>✅書籍</a:t>
            </a:r>
            <a:r>
              <a:rPr lang="en-US" altLang="ja-JP" dirty="0"/>
              <a:t>『</a:t>
            </a:r>
            <a:r>
              <a:rPr lang="ja-JP" altLang="en-US">
                <a:hlinkClick r:id="rId2" tooltip="オブジェクト指向"/>
              </a:rPr>
              <a:t>オブジェクト指向</a:t>
            </a:r>
            <a:r>
              <a:rPr lang="ja-JP" altLang="en-US"/>
              <a:t>における再利用のためのデザインパターン</a:t>
            </a:r>
            <a:r>
              <a:rPr lang="en-US" altLang="ja-JP" dirty="0"/>
              <a:t>』</a:t>
            </a:r>
            <a:r>
              <a:rPr lang="ja-JP" altLang="en-US"/>
              <a:t>において、</a:t>
            </a:r>
            <a:r>
              <a:rPr lang="en" altLang="ja-JP" dirty="0">
                <a:hlinkClick r:id="rId3" tooltip="ギャング・オブ・フォー (情報工学)"/>
              </a:rPr>
              <a:t>GoF</a:t>
            </a:r>
            <a:r>
              <a:rPr lang="en" altLang="ja-JP" dirty="0"/>
              <a:t> (Gang of Four) </a:t>
            </a:r>
            <a:r>
              <a:rPr lang="ja-JP" altLang="en-US"/>
              <a:t>と呼ばれる</a:t>
            </a:r>
            <a:r>
              <a:rPr lang="en-US" altLang="ja-JP" dirty="0"/>
              <a:t>4</a:t>
            </a:r>
            <a:r>
              <a:rPr lang="ja-JP" altLang="en-US"/>
              <a:t>人の共著者が、デザインパターンという用語を初めてソフトウェア開発に導入</a:t>
            </a:r>
            <a:endParaRPr lang="en-US" altLang="ja-JP" dirty="0"/>
          </a:p>
          <a:p>
            <a:pPr marL="0" indent="0">
              <a:buNone/>
            </a:pPr>
            <a:r>
              <a:rPr lang="en-US" altLang="ja-JP" sz="1800" dirty="0"/>
              <a:t>*</a:t>
            </a:r>
            <a:r>
              <a:rPr lang="en-US" altLang="ja-JP" sz="1800" dirty="0">
                <a:hlinkClick r:id="rId4"/>
              </a:rPr>
              <a:t>WikiPedia</a:t>
            </a:r>
            <a:r>
              <a:rPr lang="ja-JP" altLang="en-US" sz="1800"/>
              <a:t>より引用</a:t>
            </a:r>
            <a:endParaRPr lang="en-US" altLang="ja-JP" sz="1800" dirty="0"/>
          </a:p>
          <a:p>
            <a:pPr>
              <a:buFont typeface="Wingdings" panose="05000000000000000000" pitchFamily="2" charset="2"/>
              <a:buChar char="l"/>
            </a:pPr>
            <a:endParaRPr lang="en-US" altLang="ja-JP" dirty="0"/>
          </a:p>
        </p:txBody>
      </p:sp>
    </p:spTree>
    <p:extLst>
      <p:ext uri="{BB962C8B-B14F-4D97-AF65-F5344CB8AC3E}">
        <p14:creationId xmlns:p14="http://schemas.microsoft.com/office/powerpoint/2010/main" val="887031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7340C-F191-9376-FF4D-1D6749A5094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D750AEA-AA4C-A5B2-510E-A39087819D05}"/>
              </a:ext>
            </a:extLst>
          </p:cNvPr>
          <p:cNvSpPr>
            <a:spLocks noGrp="1"/>
          </p:cNvSpPr>
          <p:nvPr>
            <p:ph type="title"/>
          </p:nvPr>
        </p:nvSpPr>
        <p:spPr/>
        <p:txBody>
          <a:bodyPr>
            <a:normAutofit/>
          </a:bodyPr>
          <a:lstStyle/>
          <a:p>
            <a:r>
              <a:rPr kumimoji="1" lang="ja-JP" altLang="en-US" sz="3600"/>
              <a:t>主要なデザインパターン</a:t>
            </a:r>
            <a:endParaRPr kumimoji="1" lang="ja-JP" altLang="en-US" sz="3600" dirty="0"/>
          </a:p>
        </p:txBody>
      </p:sp>
      <p:sp>
        <p:nvSpPr>
          <p:cNvPr id="3" name="コンテンツ プレースホルダー 2">
            <a:extLst>
              <a:ext uri="{FF2B5EF4-FFF2-40B4-BE49-F238E27FC236}">
                <a16:creationId xmlns:a16="http://schemas.microsoft.com/office/drawing/2014/main" id="{6CC63A94-453A-6AB7-31AE-677B67631356}"/>
              </a:ext>
            </a:extLst>
          </p:cNvPr>
          <p:cNvSpPr>
            <a:spLocks noGrp="1"/>
          </p:cNvSpPr>
          <p:nvPr>
            <p:ph idx="1"/>
          </p:nvPr>
        </p:nvSpPr>
        <p:spPr>
          <a:xfrm>
            <a:off x="838200" y="1466397"/>
            <a:ext cx="10515600" cy="5146674"/>
          </a:xfrm>
        </p:spPr>
        <p:txBody>
          <a:bodyPr>
            <a:normAutofit/>
          </a:bodyPr>
          <a:lstStyle/>
          <a:p>
            <a:pPr marL="0" indent="0">
              <a:buNone/>
            </a:pPr>
            <a:r>
              <a:rPr lang="en-US" altLang="ja-JP" sz="2400" dirty="0"/>
              <a:t>※</a:t>
            </a:r>
            <a:r>
              <a:rPr lang="ja-JP" altLang="en-US" sz="2400"/>
              <a:t>以下のファイルで説明する</a:t>
            </a:r>
            <a:endParaRPr lang="en-US" altLang="ja-JP" sz="2400" dirty="0"/>
          </a:p>
          <a:p>
            <a:pPr marL="0" indent="0">
              <a:buNone/>
            </a:pPr>
            <a:r>
              <a:rPr lang="en-US" altLang="ja-JP" sz="1800" dirty="0"/>
              <a:t>- </a:t>
            </a:r>
            <a:r>
              <a:rPr lang="ja-JP" altLang="en-US" sz="1800"/>
              <a:t>デザインパターンについて</a:t>
            </a:r>
            <a:r>
              <a:rPr lang="en-US" altLang="ja-JP" sz="1800" dirty="0"/>
              <a:t>.md</a:t>
            </a:r>
          </a:p>
          <a:p>
            <a:pPr marL="0" indent="0">
              <a:buNone/>
            </a:pPr>
            <a:r>
              <a:rPr lang="en-US" altLang="ja-JP" sz="1800" dirty="0"/>
              <a:t>- </a:t>
            </a:r>
            <a:r>
              <a:rPr lang="ja-JP" altLang="en-US" sz="1800"/>
              <a:t>デザインパターンの特徴と用途</a:t>
            </a:r>
            <a:r>
              <a:rPr lang="en-US" altLang="ja-JP" sz="1800" dirty="0"/>
              <a:t>.md</a:t>
            </a:r>
            <a:endParaRPr lang="en-US" altLang="ja-JP" dirty="0"/>
          </a:p>
          <a:p>
            <a:pPr>
              <a:buFontTx/>
              <a:buChar char="-"/>
            </a:pPr>
            <a:endParaRPr lang="en-US" altLang="ja-JP" dirty="0"/>
          </a:p>
          <a:p>
            <a:pPr>
              <a:buFontTx/>
              <a:buChar char="-"/>
            </a:pPr>
            <a:endParaRPr lang="en-US" altLang="ja-JP" dirty="0"/>
          </a:p>
        </p:txBody>
      </p:sp>
    </p:spTree>
    <p:extLst>
      <p:ext uri="{BB962C8B-B14F-4D97-AF65-F5344CB8AC3E}">
        <p14:creationId xmlns:p14="http://schemas.microsoft.com/office/powerpoint/2010/main" val="36979566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C784ACA-9376-15C6-DD93-68B5D582FADA}"/>
              </a:ext>
            </a:extLst>
          </p:cNvPr>
          <p:cNvSpPr>
            <a:spLocks noGrp="1"/>
          </p:cNvSpPr>
          <p:nvPr>
            <p:ph type="title"/>
          </p:nvPr>
        </p:nvSpPr>
        <p:spPr/>
        <p:txBody>
          <a:bodyPr>
            <a:normAutofit/>
          </a:bodyPr>
          <a:lstStyle/>
          <a:p>
            <a:r>
              <a:rPr lang="ja-JP" altLang="en-US" sz="3600" dirty="0"/>
              <a:t>関数型言語とは？</a:t>
            </a:r>
            <a:endParaRPr kumimoji="1" lang="ja-JP" altLang="en-US" sz="3600" dirty="0"/>
          </a:p>
        </p:txBody>
      </p:sp>
      <p:sp>
        <p:nvSpPr>
          <p:cNvPr id="3" name="コンテンツ プレースホルダー 2">
            <a:extLst>
              <a:ext uri="{FF2B5EF4-FFF2-40B4-BE49-F238E27FC236}">
                <a16:creationId xmlns:a16="http://schemas.microsoft.com/office/drawing/2014/main" id="{37025C41-8921-578C-16F8-6B5CF0A93AE0}"/>
              </a:ext>
            </a:extLst>
          </p:cNvPr>
          <p:cNvSpPr>
            <a:spLocks noGrp="1"/>
          </p:cNvSpPr>
          <p:nvPr>
            <p:ph idx="1"/>
          </p:nvPr>
        </p:nvSpPr>
        <p:spPr/>
        <p:txBody>
          <a:bodyPr>
            <a:normAutofit/>
          </a:bodyPr>
          <a:lstStyle/>
          <a:p>
            <a:pPr marL="0" indent="0">
              <a:buNone/>
            </a:pPr>
            <a:r>
              <a:rPr lang="ja-JP" altLang="en-US" dirty="0"/>
              <a:t>✅ソフトの保守や再利用をしやすくすることを重視する技術</a:t>
            </a:r>
            <a:endParaRPr lang="en-US" altLang="ja-JP" dirty="0"/>
          </a:p>
          <a:p>
            <a:pPr marL="0" indent="0">
              <a:buNone/>
            </a:pPr>
            <a:endParaRPr lang="en-US" altLang="ja-JP" dirty="0"/>
          </a:p>
          <a:p>
            <a:pPr marL="0" indent="0">
              <a:buNone/>
            </a:pPr>
            <a:r>
              <a:rPr lang="ja-JP" altLang="en-US" dirty="0"/>
              <a:t>✅個々の部品により強く着目し、部品の独立性を高め、それらを組み上げてシステムを実現することが基本的な考え方</a:t>
            </a:r>
            <a:endParaRPr lang="en-US" altLang="ja-JP" dirty="0"/>
          </a:p>
          <a:p>
            <a:pPr marL="0" indent="0">
              <a:buNone/>
            </a:pPr>
            <a:endParaRPr lang="en-US" altLang="ja-JP" dirty="0"/>
          </a:p>
          <a:p>
            <a:pPr marL="0" indent="0">
              <a:buNone/>
            </a:pPr>
            <a:r>
              <a:rPr lang="ja-JP" altLang="en-US" dirty="0"/>
              <a:t>✅部品の独立性を高めることで、修正が起きた場合の影響範囲を最小限にして、他のシステムで容易に再利用できるようにする</a:t>
            </a:r>
          </a:p>
        </p:txBody>
      </p:sp>
    </p:spTree>
    <p:extLst>
      <p:ext uri="{BB962C8B-B14F-4D97-AF65-F5344CB8AC3E}">
        <p14:creationId xmlns:p14="http://schemas.microsoft.com/office/powerpoint/2010/main" val="72967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E07E3-1B09-367C-DDAC-78B4285B48F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1C4982B-BC3A-D6CF-E3B5-60C95AD63E08}"/>
              </a:ext>
            </a:extLst>
          </p:cNvPr>
          <p:cNvSpPr>
            <a:spLocks noGrp="1"/>
          </p:cNvSpPr>
          <p:nvPr>
            <p:ph type="title"/>
          </p:nvPr>
        </p:nvSpPr>
        <p:spPr/>
        <p:txBody>
          <a:bodyPr>
            <a:normAutofit/>
          </a:bodyPr>
          <a:lstStyle/>
          <a:p>
            <a:r>
              <a:rPr lang="ja-JP" altLang="en-US" sz="3600"/>
              <a:t>マルチパラダイム（関数型言語の概念の導入）</a:t>
            </a:r>
            <a:endParaRPr kumimoji="1" lang="ja-JP" altLang="en-US" sz="3600" dirty="0"/>
          </a:p>
        </p:txBody>
      </p:sp>
      <p:sp>
        <p:nvSpPr>
          <p:cNvPr id="3" name="コンテンツ プレースホルダー 2">
            <a:extLst>
              <a:ext uri="{FF2B5EF4-FFF2-40B4-BE49-F238E27FC236}">
                <a16:creationId xmlns:a16="http://schemas.microsoft.com/office/drawing/2014/main" id="{DD53FF5D-E9CC-E595-2B49-9FD96365E089}"/>
              </a:ext>
            </a:extLst>
          </p:cNvPr>
          <p:cNvSpPr>
            <a:spLocks noGrp="1"/>
          </p:cNvSpPr>
          <p:nvPr>
            <p:ph idx="1"/>
          </p:nvPr>
        </p:nvSpPr>
        <p:spPr>
          <a:xfrm>
            <a:off x="838200" y="1466397"/>
            <a:ext cx="10515600" cy="5146674"/>
          </a:xfrm>
        </p:spPr>
        <p:txBody>
          <a:bodyPr>
            <a:normAutofit/>
          </a:bodyPr>
          <a:lstStyle/>
          <a:p>
            <a:pPr>
              <a:buFont typeface="Wingdings" panose="05000000000000000000" pitchFamily="2" charset="2"/>
              <a:buChar char="l"/>
            </a:pPr>
            <a:endParaRPr lang="ja-JP" altLang="en-US" dirty="0"/>
          </a:p>
        </p:txBody>
      </p:sp>
    </p:spTree>
    <p:extLst>
      <p:ext uri="{BB962C8B-B14F-4D97-AF65-F5344CB8AC3E}">
        <p14:creationId xmlns:p14="http://schemas.microsoft.com/office/powerpoint/2010/main" val="2824438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EC7B6-945C-D6E2-0949-749707BB4D3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B927373-9DA8-EA30-70C7-7407D3117FF4}"/>
              </a:ext>
            </a:extLst>
          </p:cNvPr>
          <p:cNvSpPr>
            <a:spLocks noGrp="1"/>
          </p:cNvSpPr>
          <p:nvPr>
            <p:ph type="title"/>
          </p:nvPr>
        </p:nvSpPr>
        <p:spPr/>
        <p:txBody>
          <a:bodyPr>
            <a:normAutofit/>
          </a:bodyPr>
          <a:lstStyle/>
          <a:p>
            <a:r>
              <a:rPr kumimoji="1" lang="ja-JP" altLang="en-US" sz="3600"/>
              <a:t>以降は参考資料</a:t>
            </a:r>
            <a:endParaRPr kumimoji="1" lang="ja-JP" altLang="en-US" sz="3600" dirty="0"/>
          </a:p>
        </p:txBody>
      </p:sp>
      <p:sp>
        <p:nvSpPr>
          <p:cNvPr id="35" name="コンテンツ プレースホルダー 34">
            <a:extLst>
              <a:ext uri="{FF2B5EF4-FFF2-40B4-BE49-F238E27FC236}">
                <a16:creationId xmlns:a16="http://schemas.microsoft.com/office/drawing/2014/main" id="{C0E72496-F85F-8447-B573-9737EA56F063}"/>
              </a:ext>
            </a:extLst>
          </p:cNvPr>
          <p:cNvSpPr>
            <a:spLocks noGrp="1"/>
          </p:cNvSpPr>
          <p:nvPr>
            <p:ph idx="1"/>
          </p:nvPr>
        </p:nvSpPr>
        <p:spPr/>
        <p:txBody>
          <a:bodyPr/>
          <a:lstStyle/>
          <a:p>
            <a:endParaRPr lang="ja-JP" altLang="en-US" dirty="0"/>
          </a:p>
        </p:txBody>
      </p:sp>
    </p:spTree>
    <p:extLst>
      <p:ext uri="{BB962C8B-B14F-4D97-AF65-F5344CB8AC3E}">
        <p14:creationId xmlns:p14="http://schemas.microsoft.com/office/powerpoint/2010/main" val="3121619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EC7B6-945C-D6E2-0949-749707BB4D3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B927373-9DA8-EA30-70C7-7407D3117FF4}"/>
              </a:ext>
            </a:extLst>
          </p:cNvPr>
          <p:cNvSpPr>
            <a:spLocks noGrp="1"/>
          </p:cNvSpPr>
          <p:nvPr>
            <p:ph type="title"/>
          </p:nvPr>
        </p:nvSpPr>
        <p:spPr/>
        <p:txBody>
          <a:bodyPr>
            <a:normAutofit/>
          </a:bodyPr>
          <a:lstStyle/>
          <a:p>
            <a:r>
              <a:rPr lang="en-US" altLang="ja-JP" sz="3600" dirty="0"/>
              <a:t>【</a:t>
            </a:r>
            <a:r>
              <a:rPr lang="en-US" altLang="ja-JP" sz="3600" dirty="0" err="1"/>
              <a:t>AOSP】Android</a:t>
            </a:r>
            <a:r>
              <a:rPr lang="en-US" altLang="ja-JP" sz="3600" dirty="0"/>
              <a:t> View </a:t>
            </a:r>
            <a:r>
              <a:rPr lang="ja-JP" altLang="en-US" sz="3600" dirty="0"/>
              <a:t>クラス継承構造</a:t>
            </a:r>
            <a:endParaRPr kumimoji="1" lang="ja-JP" altLang="en-US" sz="3600" dirty="0"/>
          </a:p>
        </p:txBody>
      </p:sp>
      <p:sp>
        <p:nvSpPr>
          <p:cNvPr id="3" name="コンテンツ プレースホルダー 2">
            <a:extLst>
              <a:ext uri="{FF2B5EF4-FFF2-40B4-BE49-F238E27FC236}">
                <a16:creationId xmlns:a16="http://schemas.microsoft.com/office/drawing/2014/main" id="{DBB9DCA9-3F66-52B6-27D3-F728773B9EF6}"/>
              </a:ext>
            </a:extLst>
          </p:cNvPr>
          <p:cNvSpPr>
            <a:spLocks noGrp="1"/>
          </p:cNvSpPr>
          <p:nvPr>
            <p:ph idx="1"/>
          </p:nvPr>
        </p:nvSpPr>
        <p:spPr>
          <a:xfrm>
            <a:off x="1083365" y="2623931"/>
            <a:ext cx="8123582" cy="3025154"/>
          </a:xfrm>
          <a:ln>
            <a:solidFill>
              <a:schemeClr val="tx1"/>
            </a:solidFill>
          </a:ln>
        </p:spPr>
        <p:txBody>
          <a:bodyPr>
            <a:normAutofit fontScale="55000" lnSpcReduction="20000"/>
          </a:bodyPr>
          <a:lstStyle/>
          <a:p>
            <a:pPr marL="0" indent="0">
              <a:buNone/>
            </a:pPr>
            <a:r>
              <a:rPr lang="en-US" altLang="ja-JP" dirty="0" err="1"/>
              <a:t>java.lang.Object</a:t>
            </a:r>
            <a:endParaRPr lang="en-US" altLang="ja-JP" dirty="0"/>
          </a:p>
          <a:p>
            <a:pPr marL="0" indent="0">
              <a:buNone/>
            </a:pPr>
            <a:r>
              <a:rPr lang="en-US" altLang="ja-JP" dirty="0"/>
              <a:t>└── </a:t>
            </a:r>
            <a:r>
              <a:rPr lang="en-US" altLang="ja-JP" dirty="0" err="1"/>
              <a:t>android.view.View</a:t>
            </a:r>
            <a:r>
              <a:rPr lang="en-US" altLang="ja-JP" dirty="0"/>
              <a:t>                          ← </a:t>
            </a:r>
            <a:r>
              <a:rPr lang="ja-JP" altLang="en-US" dirty="0"/>
              <a:t>すべての</a:t>
            </a:r>
            <a:r>
              <a:rPr lang="en-US" altLang="ja-JP" dirty="0"/>
              <a:t>UI</a:t>
            </a:r>
            <a:r>
              <a:rPr lang="ja-JP" altLang="en-US" dirty="0"/>
              <a:t>部品の基底</a:t>
            </a:r>
          </a:p>
          <a:p>
            <a:pPr marL="0" indent="0">
              <a:buNone/>
            </a:pPr>
            <a:r>
              <a:rPr lang="ja-JP" altLang="en-US" dirty="0"/>
              <a:t>    │   ├── 描画・イベント処理の責務を持つ</a:t>
            </a:r>
          </a:p>
          <a:p>
            <a:pPr marL="0" indent="0">
              <a:buNone/>
            </a:pPr>
            <a:r>
              <a:rPr lang="ja-JP" altLang="en-US" dirty="0"/>
              <a:t>    │   ├── </a:t>
            </a:r>
            <a:r>
              <a:rPr lang="en-US" altLang="ja-JP" dirty="0"/>
              <a:t>measure() / layout() / draw() </a:t>
            </a:r>
            <a:r>
              <a:rPr lang="ja-JP" altLang="en-US" dirty="0"/>
              <a:t>の</a:t>
            </a:r>
            <a:r>
              <a:rPr lang="en-US" altLang="ja-JP" dirty="0"/>
              <a:t>3</a:t>
            </a:r>
            <a:r>
              <a:rPr lang="ja-JP" altLang="en-US" dirty="0"/>
              <a:t>パスで描画</a:t>
            </a:r>
          </a:p>
          <a:p>
            <a:pPr marL="0" indent="0">
              <a:buNone/>
            </a:pPr>
            <a:r>
              <a:rPr lang="ja-JP" altLang="en-US" dirty="0"/>
              <a:t>    │</a:t>
            </a:r>
          </a:p>
          <a:p>
            <a:pPr marL="0" indent="0">
              <a:buNone/>
            </a:pPr>
            <a:r>
              <a:rPr lang="ja-JP" altLang="en-US" dirty="0"/>
              <a:t>    ├── </a:t>
            </a:r>
            <a:r>
              <a:rPr lang="en-US" altLang="ja-JP" dirty="0"/>
              <a:t>[Widget</a:t>
            </a:r>
            <a:r>
              <a:rPr lang="ja-JP" altLang="en-US" dirty="0"/>
              <a:t>群</a:t>
            </a:r>
            <a:r>
              <a:rPr lang="en-US" altLang="ja-JP" dirty="0"/>
              <a:t>] ─ View </a:t>
            </a:r>
            <a:r>
              <a:rPr lang="ja-JP" altLang="en-US" dirty="0"/>
              <a:t>を直接継承する葉ノード</a:t>
            </a:r>
          </a:p>
          <a:p>
            <a:pPr marL="0" indent="0">
              <a:buNone/>
            </a:pPr>
            <a:r>
              <a:rPr lang="ja-JP" altLang="en-US" dirty="0"/>
              <a:t>    │</a:t>
            </a:r>
          </a:p>
          <a:p>
            <a:pPr marL="0" indent="0">
              <a:buNone/>
            </a:pPr>
            <a:r>
              <a:rPr lang="ja-JP" altLang="en-US" dirty="0"/>
              <a:t>    └── </a:t>
            </a:r>
            <a:r>
              <a:rPr lang="en-US" altLang="ja-JP" dirty="0" err="1"/>
              <a:t>android.view.ViewGroup</a:t>
            </a:r>
            <a:r>
              <a:rPr lang="en-US" altLang="ja-JP" dirty="0"/>
              <a:t>                 ← </a:t>
            </a:r>
            <a:r>
              <a:rPr lang="ja-JP" altLang="en-US" dirty="0"/>
              <a:t>子</a:t>
            </a:r>
            <a:r>
              <a:rPr lang="en-US" altLang="ja-JP" dirty="0"/>
              <a:t>View</a:t>
            </a:r>
            <a:r>
              <a:rPr lang="ja-JP" altLang="en-US" dirty="0"/>
              <a:t>を保持できるコンテナ基底</a:t>
            </a:r>
          </a:p>
          <a:p>
            <a:pPr marL="0" indent="0">
              <a:buNone/>
            </a:pPr>
            <a:r>
              <a:rPr lang="ja-JP" altLang="en-US" dirty="0"/>
              <a:t>        └── </a:t>
            </a:r>
            <a:r>
              <a:rPr lang="en-US" altLang="ja-JP" dirty="0"/>
              <a:t>[Layout</a:t>
            </a:r>
            <a:r>
              <a:rPr lang="ja-JP" altLang="en-US" dirty="0"/>
              <a:t>群</a:t>
            </a:r>
            <a:r>
              <a:rPr lang="en-US" altLang="ja-JP" dirty="0"/>
              <a:t>] ─ </a:t>
            </a:r>
            <a:r>
              <a:rPr lang="en-US" altLang="ja-JP" dirty="0" err="1"/>
              <a:t>ViewGroup</a:t>
            </a:r>
            <a:r>
              <a:rPr lang="en-US" altLang="ja-JP" dirty="0"/>
              <a:t> </a:t>
            </a:r>
            <a:r>
              <a:rPr lang="ja-JP" altLang="en-US" dirty="0"/>
              <a:t>を継承するコンテナ</a:t>
            </a:r>
            <a:br>
              <a:rPr lang="en-US" altLang="ja-JP" dirty="0"/>
            </a:br>
            <a:endParaRPr kumimoji="1" lang="en-US" altLang="ja-JP" dirty="0"/>
          </a:p>
          <a:p>
            <a:pPr marL="0" indent="0">
              <a:buNone/>
            </a:pPr>
            <a:endParaRPr kumimoji="1" lang="en-US" altLang="ja-JP" dirty="0"/>
          </a:p>
        </p:txBody>
      </p:sp>
      <p:sp>
        <p:nvSpPr>
          <p:cNvPr id="31" name="タイトル 1">
            <a:extLst>
              <a:ext uri="{FF2B5EF4-FFF2-40B4-BE49-F238E27FC236}">
                <a16:creationId xmlns:a16="http://schemas.microsoft.com/office/drawing/2014/main" id="{765B8BC5-C948-8699-2043-3C6C9FB23DA9}"/>
              </a:ext>
            </a:extLst>
          </p:cNvPr>
          <p:cNvSpPr txBox="1">
            <a:spLocks/>
          </p:cNvSpPr>
          <p:nvPr/>
        </p:nvSpPr>
        <p:spPr>
          <a:xfrm>
            <a:off x="1002195" y="2081454"/>
            <a:ext cx="4479235" cy="5424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1600" dirty="0"/>
              <a:t>Widget</a:t>
            </a:r>
            <a:r>
              <a:rPr lang="ja-JP" altLang="en-US" sz="1600" dirty="0"/>
              <a:t>群（</a:t>
            </a:r>
            <a:r>
              <a:rPr lang="en-US" altLang="ja-JP" sz="1600" dirty="0"/>
              <a:t>View </a:t>
            </a:r>
            <a:r>
              <a:rPr lang="ja-JP" altLang="en-US" sz="1600" dirty="0"/>
              <a:t>の直接・間接サブクラス）</a:t>
            </a:r>
          </a:p>
        </p:txBody>
      </p:sp>
      <p:sp>
        <p:nvSpPr>
          <p:cNvPr id="33" name="タイトル 1">
            <a:extLst>
              <a:ext uri="{FF2B5EF4-FFF2-40B4-BE49-F238E27FC236}">
                <a16:creationId xmlns:a16="http://schemas.microsoft.com/office/drawing/2014/main" id="{3675A081-8997-758C-18C2-07C38154820F}"/>
              </a:ext>
            </a:extLst>
          </p:cNvPr>
          <p:cNvSpPr txBox="1">
            <a:spLocks/>
          </p:cNvSpPr>
          <p:nvPr/>
        </p:nvSpPr>
        <p:spPr>
          <a:xfrm>
            <a:off x="5481430" y="2081453"/>
            <a:ext cx="3380961" cy="5424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1600" dirty="0">
                <a:hlinkClick r:id="rId2"/>
              </a:rPr>
              <a:t>View.java - Android Code Search</a:t>
            </a:r>
            <a:endParaRPr lang="ja-JP" altLang="en-US" sz="1600" dirty="0"/>
          </a:p>
        </p:txBody>
      </p:sp>
    </p:spTree>
    <p:extLst>
      <p:ext uri="{BB962C8B-B14F-4D97-AF65-F5344CB8AC3E}">
        <p14:creationId xmlns:p14="http://schemas.microsoft.com/office/powerpoint/2010/main" val="38783495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EC7B6-945C-D6E2-0949-749707BB4D3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B927373-9DA8-EA30-70C7-7407D3117FF4}"/>
              </a:ext>
            </a:extLst>
          </p:cNvPr>
          <p:cNvSpPr>
            <a:spLocks noGrp="1"/>
          </p:cNvSpPr>
          <p:nvPr>
            <p:ph type="title"/>
          </p:nvPr>
        </p:nvSpPr>
        <p:spPr>
          <a:xfrm>
            <a:off x="649357" y="49946"/>
            <a:ext cx="10515600" cy="1325563"/>
          </a:xfrm>
        </p:spPr>
        <p:txBody>
          <a:bodyPr>
            <a:normAutofit/>
          </a:bodyPr>
          <a:lstStyle/>
          <a:p>
            <a:r>
              <a:rPr lang="en-US" altLang="ja-JP" sz="3600" dirty="0"/>
              <a:t>【</a:t>
            </a:r>
            <a:r>
              <a:rPr lang="en-US" altLang="ja-JP" sz="3600" dirty="0" err="1"/>
              <a:t>AOSP】Widget</a:t>
            </a:r>
            <a:r>
              <a:rPr lang="ja-JP" altLang="en-US" sz="3600" dirty="0"/>
              <a:t>群と</a:t>
            </a:r>
            <a:r>
              <a:rPr lang="en-US" altLang="ja-JP" sz="3600" dirty="0"/>
              <a:t>Layout</a:t>
            </a:r>
            <a:r>
              <a:rPr lang="ja-JP" altLang="en-US" sz="3600" dirty="0"/>
              <a:t>群</a:t>
            </a:r>
            <a:endParaRPr kumimoji="1" lang="ja-JP" altLang="en-US" sz="3600" dirty="0"/>
          </a:p>
        </p:txBody>
      </p:sp>
      <p:sp>
        <p:nvSpPr>
          <p:cNvPr id="3" name="コンテンツ プレースホルダー 2">
            <a:extLst>
              <a:ext uri="{FF2B5EF4-FFF2-40B4-BE49-F238E27FC236}">
                <a16:creationId xmlns:a16="http://schemas.microsoft.com/office/drawing/2014/main" id="{DBB9DCA9-3F66-52B6-27D3-F728773B9EF6}"/>
              </a:ext>
            </a:extLst>
          </p:cNvPr>
          <p:cNvSpPr>
            <a:spLocks noGrp="1"/>
          </p:cNvSpPr>
          <p:nvPr>
            <p:ph idx="1"/>
          </p:nvPr>
        </p:nvSpPr>
        <p:spPr>
          <a:xfrm>
            <a:off x="1510748" y="1560447"/>
            <a:ext cx="3597965" cy="4435475"/>
          </a:xfrm>
          <a:ln>
            <a:solidFill>
              <a:schemeClr val="tx1"/>
            </a:solidFill>
          </a:ln>
        </p:spPr>
        <p:txBody>
          <a:bodyPr>
            <a:normAutofit fontScale="47500" lnSpcReduction="20000"/>
          </a:bodyPr>
          <a:lstStyle/>
          <a:p>
            <a:pPr marL="0" indent="0">
              <a:buNone/>
            </a:pPr>
            <a:r>
              <a:rPr lang="en-US" altLang="ja-JP" dirty="0"/>
              <a:t>View</a:t>
            </a:r>
          </a:p>
          <a:p>
            <a:pPr marL="0" indent="0">
              <a:buNone/>
            </a:pPr>
            <a:r>
              <a:rPr lang="en-US" altLang="ja-JP" dirty="0"/>
              <a:t>├── </a:t>
            </a:r>
            <a:r>
              <a:rPr lang="en-US" altLang="ja-JP" dirty="0" err="1"/>
              <a:t>TextView</a:t>
            </a:r>
            <a:endParaRPr lang="en-US" altLang="ja-JP" dirty="0"/>
          </a:p>
          <a:p>
            <a:pPr marL="0" indent="0">
              <a:buNone/>
            </a:pPr>
            <a:r>
              <a:rPr lang="en-US" altLang="ja-JP" dirty="0"/>
              <a:t>│   ├── Button</a:t>
            </a:r>
          </a:p>
          <a:p>
            <a:pPr marL="0" indent="0">
              <a:buNone/>
            </a:pPr>
            <a:r>
              <a:rPr lang="en-US" altLang="ja-JP" dirty="0"/>
              <a:t>│   │   ├── </a:t>
            </a:r>
            <a:r>
              <a:rPr lang="en-US" altLang="ja-JP" dirty="0" err="1"/>
              <a:t>CompoundButton</a:t>
            </a:r>
            <a:endParaRPr lang="en-US" altLang="ja-JP" dirty="0"/>
          </a:p>
          <a:p>
            <a:pPr marL="0" indent="0">
              <a:buNone/>
            </a:pPr>
            <a:r>
              <a:rPr lang="en-US" altLang="ja-JP" dirty="0"/>
              <a:t>│   │   │   ├── </a:t>
            </a:r>
            <a:r>
              <a:rPr lang="en-US" altLang="ja-JP" dirty="0" err="1">
                <a:solidFill>
                  <a:srgbClr val="FF0000"/>
                </a:solidFill>
              </a:rPr>
              <a:t>CheckBox</a:t>
            </a:r>
            <a:endParaRPr lang="en-US" altLang="ja-JP" dirty="0">
              <a:solidFill>
                <a:srgbClr val="FF0000"/>
              </a:solidFill>
            </a:endParaRPr>
          </a:p>
          <a:p>
            <a:pPr marL="0" indent="0">
              <a:buNone/>
            </a:pPr>
            <a:r>
              <a:rPr lang="en-US" altLang="ja-JP" dirty="0"/>
              <a:t>│   │   │   └── </a:t>
            </a:r>
            <a:r>
              <a:rPr lang="en-US" altLang="ja-JP" dirty="0" err="1"/>
              <a:t>ToggleButton</a:t>
            </a:r>
            <a:endParaRPr lang="en-US" altLang="ja-JP" dirty="0"/>
          </a:p>
          <a:p>
            <a:pPr marL="0" indent="0">
              <a:buNone/>
            </a:pPr>
            <a:r>
              <a:rPr lang="en-US" altLang="ja-JP" dirty="0"/>
              <a:t>│   │   └── </a:t>
            </a:r>
            <a:r>
              <a:rPr lang="en-US" altLang="ja-JP" dirty="0" err="1"/>
              <a:t>ImageButton</a:t>
            </a:r>
            <a:endParaRPr lang="en-US" altLang="ja-JP" dirty="0"/>
          </a:p>
          <a:p>
            <a:pPr marL="0" indent="0">
              <a:buNone/>
            </a:pPr>
            <a:r>
              <a:rPr lang="en-US" altLang="ja-JP" dirty="0"/>
              <a:t>│   ├── </a:t>
            </a:r>
            <a:r>
              <a:rPr lang="en-US" altLang="ja-JP" dirty="0" err="1"/>
              <a:t>EditText</a:t>
            </a:r>
            <a:endParaRPr lang="en-US" altLang="ja-JP" dirty="0"/>
          </a:p>
          <a:p>
            <a:pPr marL="0" indent="0">
              <a:buNone/>
            </a:pPr>
            <a:r>
              <a:rPr lang="ja-JP" altLang="en-US" dirty="0"/>
              <a:t>・・・</a:t>
            </a:r>
            <a:endParaRPr lang="en-US" altLang="ja-JP" dirty="0"/>
          </a:p>
          <a:p>
            <a:pPr marL="0" indent="0">
              <a:buNone/>
            </a:pPr>
            <a:r>
              <a:rPr lang="ja-JP" altLang="en-US" dirty="0"/>
              <a:t>├── </a:t>
            </a:r>
            <a:r>
              <a:rPr lang="en-US" altLang="ja-JP" dirty="0"/>
              <a:t>ProgressBar</a:t>
            </a:r>
          </a:p>
          <a:p>
            <a:pPr marL="0" indent="0">
              <a:buNone/>
            </a:pPr>
            <a:r>
              <a:rPr lang="en-US" altLang="ja-JP" dirty="0"/>
              <a:t>│   └── </a:t>
            </a:r>
            <a:r>
              <a:rPr lang="en-US" altLang="ja-JP" dirty="0" err="1"/>
              <a:t>AbsSeekBar</a:t>
            </a:r>
            <a:endParaRPr lang="en-US" altLang="ja-JP" dirty="0"/>
          </a:p>
          <a:p>
            <a:pPr marL="0" indent="0">
              <a:buNone/>
            </a:pPr>
            <a:r>
              <a:rPr lang="en-US" altLang="ja-JP" dirty="0"/>
              <a:t>│       ├── </a:t>
            </a:r>
            <a:r>
              <a:rPr lang="en-US" altLang="ja-JP" dirty="0" err="1"/>
              <a:t>SeekBar</a:t>
            </a:r>
            <a:endParaRPr lang="en-US" altLang="ja-JP" dirty="0"/>
          </a:p>
          <a:p>
            <a:pPr marL="0" indent="0">
              <a:buNone/>
            </a:pPr>
            <a:r>
              <a:rPr lang="en-US" altLang="ja-JP" dirty="0"/>
              <a:t>│</a:t>
            </a:r>
          </a:p>
          <a:p>
            <a:pPr marL="0" indent="0">
              <a:buNone/>
            </a:pPr>
            <a:r>
              <a:rPr lang="en-US" altLang="ja-JP" dirty="0"/>
              <a:t>├── </a:t>
            </a:r>
            <a:r>
              <a:rPr lang="en-US" altLang="ja-JP" dirty="0" err="1"/>
              <a:t>SurfaceView</a:t>
            </a:r>
            <a:endParaRPr lang="en-US" altLang="ja-JP" dirty="0"/>
          </a:p>
          <a:p>
            <a:pPr marL="0" indent="0">
              <a:buNone/>
            </a:pPr>
            <a:r>
              <a:rPr lang="en-US" altLang="ja-JP" dirty="0"/>
              <a:t>│   └── </a:t>
            </a:r>
            <a:r>
              <a:rPr lang="en-US" altLang="ja-JP" dirty="0" err="1"/>
              <a:t>GLSurfaceView</a:t>
            </a:r>
            <a:endParaRPr lang="en-US" altLang="ja-JP" dirty="0"/>
          </a:p>
          <a:p>
            <a:pPr marL="0" indent="0">
              <a:buNone/>
            </a:pPr>
            <a:r>
              <a:rPr lang="ja-JP" altLang="en-US" dirty="0"/>
              <a:t>・・・</a:t>
            </a:r>
            <a:endParaRPr kumimoji="1" lang="en-US" altLang="ja-JP" dirty="0"/>
          </a:p>
        </p:txBody>
      </p:sp>
      <p:sp>
        <p:nvSpPr>
          <p:cNvPr id="4" name="コンテンツ プレースホルダー 2">
            <a:extLst>
              <a:ext uri="{FF2B5EF4-FFF2-40B4-BE49-F238E27FC236}">
                <a16:creationId xmlns:a16="http://schemas.microsoft.com/office/drawing/2014/main" id="{46303621-95E8-6A8F-92E1-DFB3B0AFB685}"/>
              </a:ext>
            </a:extLst>
          </p:cNvPr>
          <p:cNvSpPr txBox="1">
            <a:spLocks/>
          </p:cNvSpPr>
          <p:nvPr/>
        </p:nvSpPr>
        <p:spPr>
          <a:xfrm>
            <a:off x="6490252" y="1560447"/>
            <a:ext cx="3597965" cy="4435475"/>
          </a:xfrm>
          <a:prstGeom prst="rect">
            <a:avLst/>
          </a:prstGeom>
          <a:ln>
            <a:solidFill>
              <a:schemeClr val="tx1"/>
            </a:solidFill>
          </a:ln>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dirty="0" err="1">
                <a:solidFill>
                  <a:srgbClr val="FF0000"/>
                </a:solidFill>
              </a:rPr>
              <a:t>ViewGroup</a:t>
            </a:r>
            <a:endParaRPr lang="en-US" altLang="ja-JP" dirty="0">
              <a:solidFill>
                <a:srgbClr val="FF0000"/>
              </a:solidFill>
            </a:endParaRPr>
          </a:p>
          <a:p>
            <a:pPr marL="0" indent="0">
              <a:buNone/>
            </a:pPr>
            <a:r>
              <a:rPr lang="en-US" altLang="ja-JP" dirty="0"/>
              <a:t>├── </a:t>
            </a:r>
            <a:r>
              <a:rPr lang="en-US" altLang="ja-JP" dirty="0" err="1">
                <a:solidFill>
                  <a:srgbClr val="FF0000"/>
                </a:solidFill>
              </a:rPr>
              <a:t>LinearLayout</a:t>
            </a:r>
            <a:endParaRPr lang="en-US" altLang="ja-JP" dirty="0">
              <a:solidFill>
                <a:srgbClr val="FF0000"/>
              </a:solidFill>
            </a:endParaRPr>
          </a:p>
          <a:p>
            <a:pPr marL="0" indent="0">
              <a:buNone/>
            </a:pPr>
            <a:r>
              <a:rPr lang="en-US" altLang="ja-JP" dirty="0"/>
              <a:t>├── </a:t>
            </a:r>
            <a:r>
              <a:rPr lang="en-US" altLang="ja-JP" dirty="0" err="1"/>
              <a:t>RelativeLayout</a:t>
            </a:r>
            <a:endParaRPr lang="en-US" altLang="ja-JP" dirty="0"/>
          </a:p>
          <a:p>
            <a:pPr marL="0" indent="0">
              <a:buNone/>
            </a:pPr>
            <a:r>
              <a:rPr lang="en-US" altLang="ja-JP" dirty="0"/>
              <a:t>├── </a:t>
            </a:r>
            <a:r>
              <a:rPr lang="en-US" altLang="ja-JP" dirty="0" err="1"/>
              <a:t>FrameLayout</a:t>
            </a:r>
            <a:endParaRPr lang="en-US" altLang="ja-JP" dirty="0"/>
          </a:p>
          <a:p>
            <a:pPr marL="0" indent="0">
              <a:buNone/>
            </a:pPr>
            <a:r>
              <a:rPr lang="en-US" altLang="ja-JP" dirty="0"/>
              <a:t>│   ├── </a:t>
            </a:r>
            <a:r>
              <a:rPr lang="en-US" altLang="ja-JP" dirty="0" err="1"/>
              <a:t>ScrollView</a:t>
            </a:r>
            <a:endParaRPr lang="en-US" altLang="ja-JP" dirty="0"/>
          </a:p>
          <a:p>
            <a:pPr marL="0" indent="0">
              <a:buNone/>
            </a:pPr>
            <a:r>
              <a:rPr lang="en-US" altLang="ja-JP" dirty="0"/>
              <a:t>│   ├── </a:t>
            </a:r>
            <a:r>
              <a:rPr lang="en-US" altLang="ja-JP" dirty="0" err="1"/>
              <a:t>HorizontalScrollView</a:t>
            </a:r>
            <a:endParaRPr lang="en-US" altLang="ja-JP" dirty="0"/>
          </a:p>
          <a:p>
            <a:pPr marL="0" indent="0">
              <a:buNone/>
            </a:pPr>
            <a:r>
              <a:rPr lang="en-US" altLang="ja-JP" dirty="0"/>
              <a:t>│</a:t>
            </a:r>
          </a:p>
          <a:p>
            <a:pPr marL="0" indent="0">
              <a:buNone/>
            </a:pPr>
            <a:r>
              <a:rPr lang="en-US" altLang="ja-JP" dirty="0"/>
              <a:t>├── </a:t>
            </a:r>
            <a:r>
              <a:rPr lang="en-US" altLang="ja-JP" dirty="0" err="1"/>
              <a:t>AbsListView</a:t>
            </a:r>
            <a:endParaRPr lang="en-US" altLang="ja-JP" dirty="0"/>
          </a:p>
          <a:p>
            <a:pPr marL="0" indent="0">
              <a:buNone/>
            </a:pPr>
            <a:r>
              <a:rPr lang="en-US" altLang="ja-JP" dirty="0"/>
              <a:t>│   ├── </a:t>
            </a:r>
            <a:r>
              <a:rPr lang="en-US" altLang="ja-JP" dirty="0" err="1"/>
              <a:t>ListView</a:t>
            </a:r>
            <a:endParaRPr lang="en-US" altLang="ja-JP" dirty="0"/>
          </a:p>
          <a:p>
            <a:pPr marL="0" indent="0">
              <a:buNone/>
            </a:pPr>
            <a:r>
              <a:rPr lang="en-US" altLang="ja-JP" dirty="0"/>
              <a:t>│   └── </a:t>
            </a:r>
            <a:r>
              <a:rPr lang="en-US" altLang="ja-JP" dirty="0" err="1"/>
              <a:t>GridView</a:t>
            </a:r>
            <a:endParaRPr lang="en-US" altLang="ja-JP" dirty="0"/>
          </a:p>
          <a:p>
            <a:pPr marL="0" indent="0">
              <a:buNone/>
            </a:pPr>
            <a:r>
              <a:rPr lang="en-US" altLang="ja-JP" dirty="0"/>
              <a:t>│</a:t>
            </a:r>
          </a:p>
          <a:p>
            <a:pPr marL="0" indent="0">
              <a:buNone/>
            </a:pPr>
            <a:r>
              <a:rPr lang="ja-JP" altLang="en-US" dirty="0"/>
              <a:t>・・・</a:t>
            </a:r>
            <a:endParaRPr lang="en-US" altLang="ja-JP" dirty="0"/>
          </a:p>
        </p:txBody>
      </p:sp>
      <p:sp>
        <p:nvSpPr>
          <p:cNvPr id="5" name="タイトル 1">
            <a:extLst>
              <a:ext uri="{FF2B5EF4-FFF2-40B4-BE49-F238E27FC236}">
                <a16:creationId xmlns:a16="http://schemas.microsoft.com/office/drawing/2014/main" id="{66136BD1-2770-B9C5-B846-FBEFD2BE4A04}"/>
              </a:ext>
            </a:extLst>
          </p:cNvPr>
          <p:cNvSpPr txBox="1">
            <a:spLocks/>
          </p:cNvSpPr>
          <p:nvPr/>
        </p:nvSpPr>
        <p:spPr>
          <a:xfrm>
            <a:off x="1320247" y="1105853"/>
            <a:ext cx="4479235" cy="5424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1600" dirty="0"/>
              <a:t>Widget</a:t>
            </a:r>
            <a:r>
              <a:rPr lang="ja-JP" altLang="en-US" sz="1600" dirty="0"/>
              <a:t>群（</a:t>
            </a:r>
            <a:r>
              <a:rPr lang="en-US" altLang="ja-JP" sz="1600" dirty="0"/>
              <a:t>View </a:t>
            </a:r>
            <a:r>
              <a:rPr lang="ja-JP" altLang="en-US" sz="1600" dirty="0"/>
              <a:t>の直接・間接サブクラス）</a:t>
            </a:r>
          </a:p>
        </p:txBody>
      </p:sp>
      <p:sp>
        <p:nvSpPr>
          <p:cNvPr id="6" name="タイトル 1">
            <a:extLst>
              <a:ext uri="{FF2B5EF4-FFF2-40B4-BE49-F238E27FC236}">
                <a16:creationId xmlns:a16="http://schemas.microsoft.com/office/drawing/2014/main" id="{E5C710C3-6F1C-6A8E-D141-525D6D819F0F}"/>
              </a:ext>
            </a:extLst>
          </p:cNvPr>
          <p:cNvSpPr txBox="1">
            <a:spLocks/>
          </p:cNvSpPr>
          <p:nvPr/>
        </p:nvSpPr>
        <p:spPr>
          <a:xfrm>
            <a:off x="6347791" y="1105853"/>
            <a:ext cx="4479235" cy="5424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1600"/>
              <a:t>Widget</a:t>
            </a:r>
            <a:r>
              <a:rPr lang="ja-JP" altLang="en-US" sz="1600"/>
              <a:t>群（</a:t>
            </a:r>
            <a:r>
              <a:rPr lang="en-US" altLang="ja-JP" sz="1600"/>
              <a:t>View </a:t>
            </a:r>
            <a:r>
              <a:rPr lang="ja-JP" altLang="en-US" sz="1600"/>
              <a:t>の直接・間接サブクラス）</a:t>
            </a:r>
            <a:endParaRPr lang="ja-JP" altLang="en-US" sz="1600" dirty="0"/>
          </a:p>
        </p:txBody>
      </p:sp>
      <p:sp>
        <p:nvSpPr>
          <p:cNvPr id="8" name="テキスト ボックス 7">
            <a:extLst>
              <a:ext uri="{FF2B5EF4-FFF2-40B4-BE49-F238E27FC236}">
                <a16:creationId xmlns:a16="http://schemas.microsoft.com/office/drawing/2014/main" id="{4B80002E-A0D9-004A-521B-644928697AD8}"/>
              </a:ext>
            </a:extLst>
          </p:cNvPr>
          <p:cNvSpPr txBox="1"/>
          <p:nvPr/>
        </p:nvSpPr>
        <p:spPr>
          <a:xfrm>
            <a:off x="1320247" y="5977873"/>
            <a:ext cx="6097656" cy="369332"/>
          </a:xfrm>
          <a:prstGeom prst="rect">
            <a:avLst/>
          </a:prstGeom>
          <a:noFill/>
        </p:spPr>
        <p:txBody>
          <a:bodyPr wrap="square">
            <a:spAutoFit/>
          </a:bodyPr>
          <a:lstStyle/>
          <a:p>
            <a:r>
              <a:rPr lang="en-US" altLang="ja-JP" dirty="0">
                <a:hlinkClick r:id="rId2"/>
              </a:rPr>
              <a:t>CheckBox.java - Android Code Search</a:t>
            </a:r>
            <a:endParaRPr lang="ja-JP" altLang="en-US" dirty="0"/>
          </a:p>
        </p:txBody>
      </p:sp>
      <p:sp>
        <p:nvSpPr>
          <p:cNvPr id="10" name="テキスト ボックス 9">
            <a:extLst>
              <a:ext uri="{FF2B5EF4-FFF2-40B4-BE49-F238E27FC236}">
                <a16:creationId xmlns:a16="http://schemas.microsoft.com/office/drawing/2014/main" id="{44053B83-D201-B9D0-D513-71B48DAC0869}"/>
              </a:ext>
            </a:extLst>
          </p:cNvPr>
          <p:cNvSpPr txBox="1"/>
          <p:nvPr/>
        </p:nvSpPr>
        <p:spPr>
          <a:xfrm>
            <a:off x="6490252" y="5977873"/>
            <a:ext cx="6097656" cy="369332"/>
          </a:xfrm>
          <a:prstGeom prst="rect">
            <a:avLst/>
          </a:prstGeom>
          <a:noFill/>
        </p:spPr>
        <p:txBody>
          <a:bodyPr wrap="square">
            <a:spAutoFit/>
          </a:bodyPr>
          <a:lstStyle/>
          <a:p>
            <a:r>
              <a:rPr lang="en-US" altLang="ja-JP" dirty="0">
                <a:hlinkClick r:id="rId3"/>
              </a:rPr>
              <a:t>ViewGroup.java - Android Code Search</a:t>
            </a:r>
            <a:endParaRPr lang="ja-JP" altLang="en-US" dirty="0"/>
          </a:p>
        </p:txBody>
      </p:sp>
      <p:sp>
        <p:nvSpPr>
          <p:cNvPr id="12" name="テキスト ボックス 11">
            <a:extLst>
              <a:ext uri="{FF2B5EF4-FFF2-40B4-BE49-F238E27FC236}">
                <a16:creationId xmlns:a16="http://schemas.microsoft.com/office/drawing/2014/main" id="{A1D69DE0-58D7-44A5-1A3C-0E8F124CBDB1}"/>
              </a:ext>
            </a:extLst>
          </p:cNvPr>
          <p:cNvSpPr txBox="1"/>
          <p:nvPr/>
        </p:nvSpPr>
        <p:spPr>
          <a:xfrm>
            <a:off x="6445525" y="6260633"/>
            <a:ext cx="6291468" cy="369332"/>
          </a:xfrm>
          <a:prstGeom prst="rect">
            <a:avLst/>
          </a:prstGeom>
          <a:noFill/>
        </p:spPr>
        <p:txBody>
          <a:bodyPr wrap="square">
            <a:spAutoFit/>
          </a:bodyPr>
          <a:lstStyle/>
          <a:p>
            <a:r>
              <a:rPr lang="en-US" altLang="ja-JP" dirty="0">
                <a:hlinkClick r:id="rId4"/>
              </a:rPr>
              <a:t>LinearLayout.java - Android Code Search</a:t>
            </a:r>
            <a:endParaRPr lang="ja-JP" altLang="en-US" dirty="0"/>
          </a:p>
        </p:txBody>
      </p:sp>
      <p:sp>
        <p:nvSpPr>
          <p:cNvPr id="14" name="テキスト ボックス 13">
            <a:extLst>
              <a:ext uri="{FF2B5EF4-FFF2-40B4-BE49-F238E27FC236}">
                <a16:creationId xmlns:a16="http://schemas.microsoft.com/office/drawing/2014/main" id="{C505B17A-5093-45B2-15E9-12AC88052A89}"/>
              </a:ext>
            </a:extLst>
          </p:cNvPr>
          <p:cNvSpPr txBox="1"/>
          <p:nvPr/>
        </p:nvSpPr>
        <p:spPr>
          <a:xfrm>
            <a:off x="6445525" y="6488668"/>
            <a:ext cx="6366012" cy="369332"/>
          </a:xfrm>
          <a:prstGeom prst="rect">
            <a:avLst/>
          </a:prstGeom>
          <a:noFill/>
        </p:spPr>
        <p:txBody>
          <a:bodyPr wrap="square">
            <a:spAutoFit/>
          </a:bodyPr>
          <a:lstStyle/>
          <a:p>
            <a:r>
              <a:rPr lang="en-US" altLang="ja-JP" dirty="0">
                <a:hlinkClick r:id="rId5"/>
              </a:rPr>
              <a:t>RelativeLayout.java - Android Code Search</a:t>
            </a:r>
            <a:endParaRPr lang="ja-JP" altLang="en-US" dirty="0"/>
          </a:p>
        </p:txBody>
      </p:sp>
    </p:spTree>
    <p:extLst>
      <p:ext uri="{BB962C8B-B14F-4D97-AF65-F5344CB8AC3E}">
        <p14:creationId xmlns:p14="http://schemas.microsoft.com/office/powerpoint/2010/main" val="245462639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2797</TotalTime>
  <Words>699</Words>
  <Application>Microsoft Macintosh PowerPoint</Application>
  <PresentationFormat>ワイド画面</PresentationFormat>
  <Paragraphs>95</Paragraphs>
  <Slides>11</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11</vt:i4>
      </vt:variant>
    </vt:vector>
  </HeadingPairs>
  <TitlesOfParts>
    <vt:vector size="16" baseType="lpstr">
      <vt:lpstr>游ゴシック</vt:lpstr>
      <vt:lpstr>游ゴシック Light</vt:lpstr>
      <vt:lpstr>Arial</vt:lpstr>
      <vt:lpstr>Wingdings</vt:lpstr>
      <vt:lpstr>Office テーマ</vt:lpstr>
      <vt:lpstr>オブジェクト指向プログラミング （OOP）概要</vt:lpstr>
      <vt:lpstr>今回お伝えしたいこと</vt:lpstr>
      <vt:lpstr>オブジェクト指向プログラミング(OOP)とは？</vt:lpstr>
      <vt:lpstr>OOPの主要概念</vt:lpstr>
      <vt:lpstr>デザインパターンについて</vt:lpstr>
      <vt:lpstr>主要なデザインパターン</vt:lpstr>
      <vt:lpstr>関数型言語とは？</vt:lpstr>
      <vt:lpstr>マルチパラダイム（関数型言語の概念の導入）</vt:lpstr>
      <vt:lpstr>以降は参考資料</vt:lpstr>
      <vt:lpstr>【AOSP】Android View クラス継承構造</vt:lpstr>
      <vt:lpstr>【AOSP】Widget群とLayout群</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Yoshiharu Hamaguchi</dc:creator>
  <cp:lastModifiedBy>Yoshiharu Hamaguchi</cp:lastModifiedBy>
  <cp:revision>10</cp:revision>
  <dcterms:created xsi:type="dcterms:W3CDTF">2024-08-17T02:49:21Z</dcterms:created>
  <dcterms:modified xsi:type="dcterms:W3CDTF">2026-02-19T00:30:35Z</dcterms:modified>
</cp:coreProperties>
</file>