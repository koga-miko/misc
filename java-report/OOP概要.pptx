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62" r:id="rId3"/>
    <p:sldId id="269" r:id="rId4"/>
    <p:sldId id="271" r:id="rId5"/>
    <p:sldId id="272" r:id="rId6"/>
    <p:sldId id="273" r:id="rId7"/>
    <p:sldId id="267" r:id="rId8"/>
    <p:sldId id="274" r:id="rId9"/>
    <p:sldId id="270" r:id="rId10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F8197544-B22B-4A13-B6C3-E7FBEF954393}" v="6" dt="2024-10-04T00:08:27.813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間スタイル 2 - アクセント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6008" autoAdjust="0"/>
    <p:restoredTop sz="94660"/>
  </p:normalViewPr>
  <p:slideViewPr>
    <p:cSldViewPr snapToGrid="0">
      <p:cViewPr varScale="1">
        <p:scale>
          <a:sx n="96" d="100"/>
          <a:sy n="96" d="100"/>
        </p:scale>
        <p:origin x="1092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microsoft.com/office/2015/10/relationships/revisionInfo" Target="revisionInfo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microsoft.com/office/2016/11/relationships/changesInfo" Target="changesInfos/changesInfo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Yoshiharu Hamaguchi" userId="470e288704938fe9" providerId="LiveId" clId="{46C12E7F-E35C-42BF-B856-810C3AAE2138}"/>
    <pc:docChg chg="custSel modSld">
      <pc:chgData name="Yoshiharu Hamaguchi" userId="470e288704938fe9" providerId="LiveId" clId="{46C12E7F-E35C-42BF-B856-810C3AAE2138}" dt="2024-08-17T07:15:42.746" v="129" actId="20577"/>
      <pc:docMkLst>
        <pc:docMk/>
      </pc:docMkLst>
      <pc:sldChg chg="modSp mod">
        <pc:chgData name="Yoshiharu Hamaguchi" userId="470e288704938fe9" providerId="LiveId" clId="{46C12E7F-E35C-42BF-B856-810C3AAE2138}" dt="2024-08-17T07:13:46.984" v="43" actId="20577"/>
        <pc:sldMkLst>
          <pc:docMk/>
          <pc:sldMk cId="634982452" sldId="256"/>
        </pc:sldMkLst>
        <pc:spChg chg="mod">
          <ac:chgData name="Yoshiharu Hamaguchi" userId="470e288704938fe9" providerId="LiveId" clId="{46C12E7F-E35C-42BF-B856-810C3AAE2138}" dt="2024-08-17T07:13:17.184" v="10" actId="20577"/>
          <ac:spMkLst>
            <pc:docMk/>
            <pc:sldMk cId="634982452" sldId="256"/>
            <ac:spMk id="2" creationId="{3F0D190A-A8DB-32F1-0D56-13F6D381B778}"/>
          </ac:spMkLst>
        </pc:spChg>
        <pc:spChg chg="mod">
          <ac:chgData name="Yoshiharu Hamaguchi" userId="470e288704938fe9" providerId="LiveId" clId="{46C12E7F-E35C-42BF-B856-810C3AAE2138}" dt="2024-08-17T07:13:46.984" v="43" actId="20577"/>
          <ac:spMkLst>
            <pc:docMk/>
            <pc:sldMk cId="634982452" sldId="256"/>
            <ac:spMk id="3" creationId="{BC817A74-920C-0926-7C76-24BA4993B9F3}"/>
          </ac:spMkLst>
        </pc:spChg>
      </pc:sldChg>
      <pc:sldChg chg="modSp mod">
        <pc:chgData name="Yoshiharu Hamaguchi" userId="470e288704938fe9" providerId="LiveId" clId="{46C12E7F-E35C-42BF-B856-810C3AAE2138}" dt="2024-08-17T07:14:18.771" v="52" actId="20577"/>
        <pc:sldMkLst>
          <pc:docMk/>
          <pc:sldMk cId="3586103662" sldId="259"/>
        </pc:sldMkLst>
        <pc:spChg chg="mod">
          <ac:chgData name="Yoshiharu Hamaguchi" userId="470e288704938fe9" providerId="LiveId" clId="{46C12E7F-E35C-42BF-B856-810C3AAE2138}" dt="2024-08-17T07:14:18.771" v="52" actId="20577"/>
          <ac:spMkLst>
            <pc:docMk/>
            <pc:sldMk cId="3586103662" sldId="259"/>
            <ac:spMk id="3" creationId="{37025C41-8921-578C-16F8-6B5CF0A93AE0}"/>
          </ac:spMkLst>
        </pc:spChg>
      </pc:sldChg>
      <pc:sldChg chg="modSp mod">
        <pc:chgData name="Yoshiharu Hamaguchi" userId="470e288704938fe9" providerId="LiveId" clId="{46C12E7F-E35C-42BF-B856-810C3AAE2138}" dt="2024-08-17T07:13:56.935" v="45" actId="27636"/>
        <pc:sldMkLst>
          <pc:docMk/>
          <pc:sldMk cId="3422986759" sldId="260"/>
        </pc:sldMkLst>
        <pc:spChg chg="mod">
          <ac:chgData name="Yoshiharu Hamaguchi" userId="470e288704938fe9" providerId="LiveId" clId="{46C12E7F-E35C-42BF-B856-810C3AAE2138}" dt="2024-08-17T07:13:56.935" v="45" actId="27636"/>
          <ac:spMkLst>
            <pc:docMk/>
            <pc:sldMk cId="3422986759" sldId="260"/>
            <ac:spMk id="3" creationId="{37025C41-8921-578C-16F8-6B5CF0A93AE0}"/>
          </ac:spMkLst>
        </pc:spChg>
      </pc:sldChg>
      <pc:sldChg chg="modSp mod">
        <pc:chgData name="Yoshiharu Hamaguchi" userId="470e288704938fe9" providerId="LiveId" clId="{46C12E7F-E35C-42BF-B856-810C3AAE2138}" dt="2024-08-17T07:15:42.746" v="129" actId="20577"/>
        <pc:sldMkLst>
          <pc:docMk/>
          <pc:sldMk cId="4019972730" sldId="262"/>
        </pc:sldMkLst>
        <pc:spChg chg="mod">
          <ac:chgData name="Yoshiharu Hamaguchi" userId="470e288704938fe9" providerId="LiveId" clId="{46C12E7F-E35C-42BF-B856-810C3AAE2138}" dt="2024-08-17T07:15:42.746" v="129" actId="20577"/>
          <ac:spMkLst>
            <pc:docMk/>
            <pc:sldMk cId="4019972730" sldId="262"/>
            <ac:spMk id="3" creationId="{37025C41-8921-578C-16F8-6B5CF0A93AE0}"/>
          </ac:spMkLst>
        </pc:spChg>
      </pc:sldChg>
    </pc:docChg>
  </pc:docChgLst>
  <pc:docChgLst>
    <pc:chgData name="Yoshiharu Hamaguchi" userId="470e288704938fe9" providerId="LiveId" clId="{C43607F1-232B-44DB-B3B2-14DEC55E9315}"/>
    <pc:docChg chg="undo redo custSel addSld delSld modSld sldOrd">
      <pc:chgData name="Yoshiharu Hamaguchi" userId="470e288704938fe9" providerId="LiveId" clId="{C43607F1-232B-44DB-B3B2-14DEC55E9315}" dt="2024-09-25T15:43:37.002" v="6824" actId="6549"/>
      <pc:docMkLst>
        <pc:docMk/>
      </pc:docMkLst>
      <pc:sldChg chg="modSp mod">
        <pc:chgData name="Yoshiharu Hamaguchi" userId="470e288704938fe9" providerId="LiveId" clId="{C43607F1-232B-44DB-B3B2-14DEC55E9315}" dt="2024-09-25T15:42:09.206" v="6806" actId="20577"/>
        <pc:sldMkLst>
          <pc:docMk/>
          <pc:sldMk cId="634982452" sldId="256"/>
        </pc:sldMkLst>
        <pc:spChg chg="mod">
          <ac:chgData name="Yoshiharu Hamaguchi" userId="470e288704938fe9" providerId="LiveId" clId="{C43607F1-232B-44DB-B3B2-14DEC55E9315}" dt="2024-09-25T10:11:46.044" v="3377"/>
          <ac:spMkLst>
            <pc:docMk/>
            <pc:sldMk cId="634982452" sldId="256"/>
            <ac:spMk id="2" creationId="{3F0D190A-A8DB-32F1-0D56-13F6D381B778}"/>
          </ac:spMkLst>
        </pc:spChg>
        <pc:spChg chg="mod">
          <ac:chgData name="Yoshiharu Hamaguchi" userId="470e288704938fe9" providerId="LiveId" clId="{C43607F1-232B-44DB-B3B2-14DEC55E9315}" dt="2024-09-25T15:42:09.206" v="6806" actId="20577"/>
          <ac:spMkLst>
            <pc:docMk/>
            <pc:sldMk cId="634982452" sldId="256"/>
            <ac:spMk id="3" creationId="{BC817A74-920C-0926-7C76-24BA4993B9F3}"/>
          </ac:spMkLst>
        </pc:spChg>
      </pc:sldChg>
      <pc:sldChg chg="modSp mod ord">
        <pc:chgData name="Yoshiharu Hamaguchi" userId="470e288704938fe9" providerId="LiveId" clId="{C43607F1-232B-44DB-B3B2-14DEC55E9315}" dt="2024-09-25T15:42:24.869" v="6815" actId="20577"/>
        <pc:sldMkLst>
          <pc:docMk/>
          <pc:sldMk cId="4019972730" sldId="262"/>
        </pc:sldMkLst>
        <pc:spChg chg="mod">
          <ac:chgData name="Yoshiharu Hamaguchi" userId="470e288704938fe9" providerId="LiveId" clId="{C43607F1-232B-44DB-B3B2-14DEC55E9315}" dt="2024-09-25T10:11:46.044" v="3377"/>
          <ac:spMkLst>
            <pc:docMk/>
            <pc:sldMk cId="4019972730" sldId="262"/>
            <ac:spMk id="2" creationId="{9C784ACA-9376-15C6-DD93-68B5D582FADA}"/>
          </ac:spMkLst>
        </pc:spChg>
        <pc:spChg chg="mod">
          <ac:chgData name="Yoshiharu Hamaguchi" userId="470e288704938fe9" providerId="LiveId" clId="{C43607F1-232B-44DB-B3B2-14DEC55E9315}" dt="2024-09-25T15:42:24.869" v="6815" actId="20577"/>
          <ac:spMkLst>
            <pc:docMk/>
            <pc:sldMk cId="4019972730" sldId="262"/>
            <ac:spMk id="3" creationId="{37025C41-8921-578C-16F8-6B5CF0A93AE0}"/>
          </ac:spMkLst>
        </pc:spChg>
      </pc:sldChg>
      <pc:sldChg chg="modSp add mod">
        <pc:chgData name="Yoshiharu Hamaguchi" userId="470e288704938fe9" providerId="LiveId" clId="{C43607F1-232B-44DB-B3B2-14DEC55E9315}" dt="2024-09-25T15:42:58.235" v="6817" actId="20577"/>
        <pc:sldMkLst>
          <pc:docMk/>
          <pc:sldMk cId="958570635" sldId="263"/>
        </pc:sldMkLst>
        <pc:spChg chg="mod">
          <ac:chgData name="Yoshiharu Hamaguchi" userId="470e288704938fe9" providerId="LiveId" clId="{C43607F1-232B-44DB-B3B2-14DEC55E9315}" dt="2024-09-25T15:42:58.235" v="6817" actId="20577"/>
          <ac:spMkLst>
            <pc:docMk/>
            <pc:sldMk cId="958570635" sldId="263"/>
            <ac:spMk id="2" creationId="{9C784ACA-9376-15C6-DD93-68B5D582FADA}"/>
          </ac:spMkLst>
        </pc:spChg>
        <pc:spChg chg="mod">
          <ac:chgData name="Yoshiharu Hamaguchi" userId="470e288704938fe9" providerId="LiveId" clId="{C43607F1-232B-44DB-B3B2-14DEC55E9315}" dt="2024-09-25T11:59:29.129" v="5429" actId="20577"/>
          <ac:spMkLst>
            <pc:docMk/>
            <pc:sldMk cId="958570635" sldId="263"/>
            <ac:spMk id="3" creationId="{37025C41-8921-578C-16F8-6B5CF0A93AE0}"/>
          </ac:spMkLst>
        </pc:spChg>
      </pc:sldChg>
      <pc:sldChg chg="modSp add mod">
        <pc:chgData name="Yoshiharu Hamaguchi" userId="470e288704938fe9" providerId="LiveId" clId="{C43607F1-232B-44DB-B3B2-14DEC55E9315}" dt="2024-09-25T15:43:37.002" v="6824" actId="6549"/>
        <pc:sldMkLst>
          <pc:docMk/>
          <pc:sldMk cId="3365730422" sldId="264"/>
        </pc:sldMkLst>
        <pc:spChg chg="mod">
          <ac:chgData name="Yoshiharu Hamaguchi" userId="470e288704938fe9" providerId="LiveId" clId="{C43607F1-232B-44DB-B3B2-14DEC55E9315}" dt="2024-09-25T10:11:46.044" v="3377"/>
          <ac:spMkLst>
            <pc:docMk/>
            <pc:sldMk cId="3365730422" sldId="264"/>
            <ac:spMk id="2" creationId="{9C784ACA-9376-15C6-DD93-68B5D582FADA}"/>
          </ac:spMkLst>
        </pc:spChg>
        <pc:spChg chg="mod">
          <ac:chgData name="Yoshiharu Hamaguchi" userId="470e288704938fe9" providerId="LiveId" clId="{C43607F1-232B-44DB-B3B2-14DEC55E9315}" dt="2024-09-25T15:43:37.002" v="6824" actId="6549"/>
          <ac:spMkLst>
            <pc:docMk/>
            <pc:sldMk cId="3365730422" sldId="264"/>
            <ac:spMk id="3" creationId="{37025C41-8921-578C-16F8-6B5CF0A93AE0}"/>
          </ac:spMkLst>
        </pc:spChg>
      </pc:sldChg>
      <pc:sldChg chg="modSp add mod">
        <pc:chgData name="Yoshiharu Hamaguchi" userId="470e288704938fe9" providerId="LiveId" clId="{C43607F1-232B-44DB-B3B2-14DEC55E9315}" dt="2024-09-25T15:43:14.495" v="6821" actId="20577"/>
        <pc:sldMkLst>
          <pc:docMk/>
          <pc:sldMk cId="3485624740" sldId="265"/>
        </pc:sldMkLst>
        <pc:spChg chg="mod">
          <ac:chgData name="Yoshiharu Hamaguchi" userId="470e288704938fe9" providerId="LiveId" clId="{C43607F1-232B-44DB-B3B2-14DEC55E9315}" dt="2024-09-25T15:43:06.076" v="6818" actId="20577"/>
          <ac:spMkLst>
            <pc:docMk/>
            <pc:sldMk cId="3485624740" sldId="265"/>
            <ac:spMk id="2" creationId="{9C784ACA-9376-15C6-DD93-68B5D582FADA}"/>
          </ac:spMkLst>
        </pc:spChg>
        <pc:spChg chg="mod">
          <ac:chgData name="Yoshiharu Hamaguchi" userId="470e288704938fe9" providerId="LiveId" clId="{C43607F1-232B-44DB-B3B2-14DEC55E9315}" dt="2024-09-25T15:43:14.495" v="6821" actId="20577"/>
          <ac:spMkLst>
            <pc:docMk/>
            <pc:sldMk cId="3485624740" sldId="265"/>
            <ac:spMk id="3" creationId="{37025C41-8921-578C-16F8-6B5CF0A93AE0}"/>
          </ac:spMkLst>
        </pc:spChg>
      </pc:sldChg>
      <pc:sldChg chg="addSp delSp modSp add del mod ord">
        <pc:chgData name="Yoshiharu Hamaguchi" userId="470e288704938fe9" providerId="LiveId" clId="{C43607F1-232B-44DB-B3B2-14DEC55E9315}" dt="2024-09-25T15:43:33.374" v="6823" actId="47"/>
        <pc:sldMkLst>
          <pc:docMk/>
          <pc:sldMk cId="3544669301" sldId="266"/>
        </pc:sldMkLst>
        <pc:spChg chg="mod">
          <ac:chgData name="Yoshiharu Hamaguchi" userId="470e288704938fe9" providerId="LiveId" clId="{C43607F1-232B-44DB-B3B2-14DEC55E9315}" dt="2024-09-25T13:30:45.185" v="6550" actId="20577"/>
          <ac:spMkLst>
            <pc:docMk/>
            <pc:sldMk cId="3544669301" sldId="266"/>
            <ac:spMk id="2" creationId="{9C784ACA-9376-15C6-DD93-68B5D582FADA}"/>
          </ac:spMkLst>
        </pc:spChg>
        <pc:spChg chg="del mod">
          <ac:chgData name="Yoshiharu Hamaguchi" userId="470e288704938fe9" providerId="LiveId" clId="{C43607F1-232B-44DB-B3B2-14DEC55E9315}" dt="2024-09-25T12:13:58.063" v="6127" actId="478"/>
          <ac:spMkLst>
            <pc:docMk/>
            <pc:sldMk cId="3544669301" sldId="266"/>
            <ac:spMk id="3" creationId="{37025C41-8921-578C-16F8-6B5CF0A93AE0}"/>
          </ac:spMkLst>
        </pc:spChg>
        <pc:spChg chg="add mod">
          <ac:chgData name="Yoshiharu Hamaguchi" userId="470e288704938fe9" providerId="LiveId" clId="{C43607F1-232B-44DB-B3B2-14DEC55E9315}" dt="2024-09-25T15:24:02.544" v="6637" actId="20577"/>
          <ac:spMkLst>
            <pc:docMk/>
            <pc:sldMk cId="3544669301" sldId="266"/>
            <ac:spMk id="4" creationId="{8C13C9CE-666C-02A7-9EAA-106F1B50AE66}"/>
          </ac:spMkLst>
        </pc:spChg>
        <pc:spChg chg="add mod">
          <ac:chgData name="Yoshiharu Hamaguchi" userId="470e288704938fe9" providerId="LiveId" clId="{C43607F1-232B-44DB-B3B2-14DEC55E9315}" dt="2024-09-25T15:23:37.841" v="6553" actId="1076"/>
          <ac:spMkLst>
            <pc:docMk/>
            <pc:sldMk cId="3544669301" sldId="266"/>
            <ac:spMk id="5" creationId="{38525753-506C-CF9E-DF2A-0368D654E503}"/>
          </ac:spMkLst>
        </pc:spChg>
        <pc:graphicFrameChg chg="add del mod">
          <ac:chgData name="Yoshiharu Hamaguchi" userId="470e288704938fe9" providerId="LiveId" clId="{C43607F1-232B-44DB-B3B2-14DEC55E9315}" dt="2024-09-25T09:11:35.706" v="3118" actId="478"/>
          <ac:graphicFrameMkLst>
            <pc:docMk/>
            <pc:sldMk cId="3544669301" sldId="266"/>
            <ac:graphicFrameMk id="4" creationId="{9638860F-7C2B-CB75-3633-23A88AD1CFFF}"/>
          </ac:graphicFrameMkLst>
        </pc:graphicFrameChg>
      </pc:sldChg>
      <pc:sldChg chg="addSp delSp modSp add mod">
        <pc:chgData name="Yoshiharu Hamaguchi" userId="470e288704938fe9" providerId="LiveId" clId="{C43607F1-232B-44DB-B3B2-14DEC55E9315}" dt="2024-09-25T15:43:23.111" v="6822" actId="20577"/>
        <pc:sldMkLst>
          <pc:docMk/>
          <pc:sldMk cId="768576187" sldId="267"/>
        </pc:sldMkLst>
        <pc:spChg chg="mod">
          <ac:chgData name="Yoshiharu Hamaguchi" userId="470e288704938fe9" providerId="LiveId" clId="{C43607F1-232B-44DB-B3B2-14DEC55E9315}" dt="2024-09-25T15:43:23.111" v="6822" actId="20577"/>
          <ac:spMkLst>
            <pc:docMk/>
            <pc:sldMk cId="768576187" sldId="267"/>
            <ac:spMk id="2" creationId="{9C784ACA-9376-15C6-DD93-68B5D582FADA}"/>
          </ac:spMkLst>
        </pc:spChg>
        <pc:spChg chg="mod">
          <ac:chgData name="Yoshiharu Hamaguchi" userId="470e288704938fe9" providerId="LiveId" clId="{C43607F1-232B-44DB-B3B2-14DEC55E9315}" dt="2024-09-25T12:39:33.816" v="6418" actId="20577"/>
          <ac:spMkLst>
            <pc:docMk/>
            <pc:sldMk cId="768576187" sldId="267"/>
            <ac:spMk id="3" creationId="{37025C41-8921-578C-16F8-6B5CF0A93AE0}"/>
          </ac:spMkLst>
        </pc:spChg>
        <pc:graphicFrameChg chg="add mod">
          <ac:chgData name="Yoshiharu Hamaguchi" userId="470e288704938fe9" providerId="LiveId" clId="{C43607F1-232B-44DB-B3B2-14DEC55E9315}" dt="2024-09-25T12:12:56.408" v="6045" actId="1076"/>
          <ac:graphicFrameMkLst>
            <pc:docMk/>
            <pc:sldMk cId="768576187" sldId="267"/>
            <ac:graphicFrameMk id="4" creationId="{4E5D5511-B581-66FB-A2EC-FFB9111D8C73}"/>
          </ac:graphicFrameMkLst>
        </pc:graphicFrameChg>
        <pc:graphicFrameChg chg="del">
          <ac:chgData name="Yoshiharu Hamaguchi" userId="470e288704938fe9" providerId="LiveId" clId="{C43607F1-232B-44DB-B3B2-14DEC55E9315}" dt="2024-09-25T09:09:05.412" v="2871" actId="478"/>
          <ac:graphicFrameMkLst>
            <pc:docMk/>
            <pc:sldMk cId="768576187" sldId="267"/>
            <ac:graphicFrameMk id="4" creationId="{9638860F-7C2B-CB75-3633-23A88AD1CFFF}"/>
          </ac:graphicFrameMkLst>
        </pc:graphicFrameChg>
      </pc:sldChg>
      <pc:sldChg chg="addSp delSp modSp add del mod">
        <pc:chgData name="Yoshiharu Hamaguchi" userId="470e288704938fe9" providerId="LiveId" clId="{C43607F1-232B-44DB-B3B2-14DEC55E9315}" dt="2024-09-25T15:41:14.757" v="6783" actId="47"/>
        <pc:sldMkLst>
          <pc:docMk/>
          <pc:sldMk cId="840589698" sldId="268"/>
        </pc:sldMkLst>
        <pc:spChg chg="mod">
          <ac:chgData name="Yoshiharu Hamaguchi" userId="470e288704938fe9" providerId="LiveId" clId="{C43607F1-232B-44DB-B3B2-14DEC55E9315}" dt="2024-09-25T11:54:23.312" v="5068" actId="20577"/>
          <ac:spMkLst>
            <pc:docMk/>
            <pc:sldMk cId="840589698" sldId="268"/>
            <ac:spMk id="2" creationId="{9C784ACA-9376-15C6-DD93-68B5D582FADA}"/>
          </ac:spMkLst>
        </pc:spChg>
        <pc:spChg chg="mod">
          <ac:chgData name="Yoshiharu Hamaguchi" userId="470e288704938fe9" providerId="LiveId" clId="{C43607F1-232B-44DB-B3B2-14DEC55E9315}" dt="2024-09-25T11:55:02.095" v="5109" actId="1035"/>
          <ac:spMkLst>
            <pc:docMk/>
            <pc:sldMk cId="840589698" sldId="268"/>
            <ac:spMk id="3" creationId="{37025C41-8921-578C-16F8-6B5CF0A93AE0}"/>
          </ac:spMkLst>
        </pc:spChg>
        <pc:spChg chg="add del mod">
          <ac:chgData name="Yoshiharu Hamaguchi" userId="470e288704938fe9" providerId="LiveId" clId="{C43607F1-232B-44DB-B3B2-14DEC55E9315}" dt="2024-09-25T10:16:39.785" v="3447" actId="11529"/>
          <ac:spMkLst>
            <pc:docMk/>
            <pc:sldMk cId="840589698" sldId="268"/>
            <ac:spMk id="4" creationId="{F98FC884-FBB8-61AD-34FB-0D85D813F28B}"/>
          </ac:spMkLst>
        </pc:spChg>
        <pc:spChg chg="add mod">
          <ac:chgData name="Yoshiharu Hamaguchi" userId="470e288704938fe9" providerId="LiveId" clId="{C43607F1-232B-44DB-B3B2-14DEC55E9315}" dt="2024-09-25T10:16:39.267" v="3446" actId="571"/>
          <ac:spMkLst>
            <pc:docMk/>
            <pc:sldMk cId="840589698" sldId="268"/>
            <ac:spMk id="5" creationId="{F23FD391-2473-6A83-F034-27A86E8878C2}"/>
          </ac:spMkLst>
        </pc:spChg>
        <pc:spChg chg="add del">
          <ac:chgData name="Yoshiharu Hamaguchi" userId="470e288704938fe9" providerId="LiveId" clId="{C43607F1-232B-44DB-B3B2-14DEC55E9315}" dt="2024-09-25T10:18:36.849" v="3472" actId="478"/>
          <ac:spMkLst>
            <pc:docMk/>
            <pc:sldMk cId="840589698" sldId="268"/>
            <ac:spMk id="12" creationId="{5320D42A-23DA-4C62-811E-03B9E5D4BC45}"/>
          </ac:spMkLst>
        </pc:spChg>
        <pc:spChg chg="add mod">
          <ac:chgData name="Yoshiharu Hamaguchi" userId="470e288704938fe9" providerId="LiveId" clId="{C43607F1-232B-44DB-B3B2-14DEC55E9315}" dt="2024-09-25T12:00:41.153" v="5465" actId="20577"/>
          <ac:spMkLst>
            <pc:docMk/>
            <pc:sldMk cId="840589698" sldId="268"/>
            <ac:spMk id="17" creationId="{22EFD490-063C-E600-DC74-E61C4AD29849}"/>
          </ac:spMkLst>
        </pc:spChg>
        <pc:spChg chg="add del mod">
          <ac:chgData name="Yoshiharu Hamaguchi" userId="470e288704938fe9" providerId="LiveId" clId="{C43607F1-232B-44DB-B3B2-14DEC55E9315}" dt="2024-09-25T10:21:45.687" v="3627"/>
          <ac:spMkLst>
            <pc:docMk/>
            <pc:sldMk cId="840589698" sldId="268"/>
            <ac:spMk id="18" creationId="{AFC52DAA-C20B-D63E-784B-8FAFBC832FAE}"/>
          </ac:spMkLst>
        </pc:spChg>
        <pc:spChg chg="add mod">
          <ac:chgData name="Yoshiharu Hamaguchi" userId="470e288704938fe9" providerId="LiveId" clId="{C43607F1-232B-44DB-B3B2-14DEC55E9315}" dt="2024-09-25T11:55:02.095" v="5109" actId="1035"/>
          <ac:spMkLst>
            <pc:docMk/>
            <pc:sldMk cId="840589698" sldId="268"/>
            <ac:spMk id="19" creationId="{2CDCB588-1E89-B1B4-BB6B-210B5ECD1361}"/>
          </ac:spMkLst>
        </pc:spChg>
        <pc:spChg chg="add mod">
          <ac:chgData name="Yoshiharu Hamaguchi" userId="470e288704938fe9" providerId="LiveId" clId="{C43607F1-232B-44DB-B3B2-14DEC55E9315}" dt="2024-09-25T11:55:02.095" v="5109" actId="1035"/>
          <ac:spMkLst>
            <pc:docMk/>
            <pc:sldMk cId="840589698" sldId="268"/>
            <ac:spMk id="20" creationId="{5D996A43-DC64-4070-A3C0-8AEBA9493CE6}"/>
          </ac:spMkLst>
        </pc:spChg>
        <pc:spChg chg="add mod">
          <ac:chgData name="Yoshiharu Hamaguchi" userId="470e288704938fe9" providerId="LiveId" clId="{C43607F1-232B-44DB-B3B2-14DEC55E9315}" dt="2024-09-25T12:01:51.040" v="5503" actId="20577"/>
          <ac:spMkLst>
            <pc:docMk/>
            <pc:sldMk cId="840589698" sldId="268"/>
            <ac:spMk id="21" creationId="{7EB19867-148A-D7FC-9274-4234BFD3440B}"/>
          </ac:spMkLst>
        </pc:spChg>
        <pc:spChg chg="add mod">
          <ac:chgData name="Yoshiharu Hamaguchi" userId="470e288704938fe9" providerId="LiveId" clId="{C43607F1-232B-44DB-B3B2-14DEC55E9315}" dt="2024-09-25T10:22:00.581" v="3631" actId="571"/>
          <ac:spMkLst>
            <pc:docMk/>
            <pc:sldMk cId="840589698" sldId="268"/>
            <ac:spMk id="22" creationId="{CBA24C83-4831-1386-386F-530CF522B95C}"/>
          </ac:spMkLst>
        </pc:spChg>
        <pc:spChg chg="add mod">
          <ac:chgData name="Yoshiharu Hamaguchi" userId="470e288704938fe9" providerId="LiveId" clId="{C43607F1-232B-44DB-B3B2-14DEC55E9315}" dt="2024-09-25T10:22:00.581" v="3631" actId="571"/>
          <ac:spMkLst>
            <pc:docMk/>
            <pc:sldMk cId="840589698" sldId="268"/>
            <ac:spMk id="23" creationId="{0D782016-83C1-6806-9341-108657EA9BA8}"/>
          </ac:spMkLst>
        </pc:spChg>
        <pc:spChg chg="add mod ord">
          <ac:chgData name="Yoshiharu Hamaguchi" userId="470e288704938fe9" providerId="LiveId" clId="{C43607F1-232B-44DB-B3B2-14DEC55E9315}" dt="2024-09-25T11:55:02.095" v="5109" actId="1035"/>
          <ac:spMkLst>
            <pc:docMk/>
            <pc:sldMk cId="840589698" sldId="268"/>
            <ac:spMk id="24" creationId="{2C710E95-554D-F235-C3F1-BF13E1AA1068}"/>
          </ac:spMkLst>
        </pc:spChg>
        <pc:spChg chg="add mod ord">
          <ac:chgData name="Yoshiharu Hamaguchi" userId="470e288704938fe9" providerId="LiveId" clId="{C43607F1-232B-44DB-B3B2-14DEC55E9315}" dt="2024-09-25T11:55:02.095" v="5109" actId="1035"/>
          <ac:spMkLst>
            <pc:docMk/>
            <pc:sldMk cId="840589698" sldId="268"/>
            <ac:spMk id="25" creationId="{432FD002-C3EC-95AB-E364-BC60A7440B0A}"/>
          </ac:spMkLst>
        </pc:spChg>
        <pc:spChg chg="add mod ord">
          <ac:chgData name="Yoshiharu Hamaguchi" userId="470e288704938fe9" providerId="LiveId" clId="{C43607F1-232B-44DB-B3B2-14DEC55E9315}" dt="2024-09-25T11:55:02.095" v="5109" actId="1035"/>
          <ac:spMkLst>
            <pc:docMk/>
            <pc:sldMk cId="840589698" sldId="268"/>
            <ac:spMk id="26" creationId="{0A5DCF7B-D5B4-2BE2-5871-8EED0BA9AE2C}"/>
          </ac:spMkLst>
        </pc:spChg>
        <pc:spChg chg="add mod">
          <ac:chgData name="Yoshiharu Hamaguchi" userId="470e288704938fe9" providerId="LiveId" clId="{C43607F1-232B-44DB-B3B2-14DEC55E9315}" dt="2024-09-25T12:03:08.078" v="5525" actId="1036"/>
          <ac:spMkLst>
            <pc:docMk/>
            <pc:sldMk cId="840589698" sldId="268"/>
            <ac:spMk id="27" creationId="{D7F52068-5699-1CBA-7FBA-D813809E2F1F}"/>
          </ac:spMkLst>
        </pc:spChg>
        <pc:spChg chg="add mod">
          <ac:chgData name="Yoshiharu Hamaguchi" userId="470e288704938fe9" providerId="LiveId" clId="{C43607F1-232B-44DB-B3B2-14DEC55E9315}" dt="2024-09-25T10:27:34.883" v="3851" actId="571"/>
          <ac:spMkLst>
            <pc:docMk/>
            <pc:sldMk cId="840589698" sldId="268"/>
            <ac:spMk id="28" creationId="{FD64C395-4E8A-6520-A2FE-4A7B5009B0AB}"/>
          </ac:spMkLst>
        </pc:spChg>
        <pc:spChg chg="add mod">
          <ac:chgData name="Yoshiharu Hamaguchi" userId="470e288704938fe9" providerId="LiveId" clId="{C43607F1-232B-44DB-B3B2-14DEC55E9315}" dt="2024-09-25T10:27:38.841" v="3853" actId="571"/>
          <ac:spMkLst>
            <pc:docMk/>
            <pc:sldMk cId="840589698" sldId="268"/>
            <ac:spMk id="29" creationId="{8D074A2A-D5C9-BBC7-E92D-C9565B37A9E9}"/>
          </ac:spMkLst>
        </pc:spChg>
        <pc:spChg chg="add mod">
          <ac:chgData name="Yoshiharu Hamaguchi" userId="470e288704938fe9" providerId="LiveId" clId="{C43607F1-232B-44DB-B3B2-14DEC55E9315}" dt="2024-09-25T11:55:02.095" v="5109" actId="1035"/>
          <ac:spMkLst>
            <pc:docMk/>
            <pc:sldMk cId="840589698" sldId="268"/>
            <ac:spMk id="30" creationId="{9F8A6BA6-9C05-8916-B855-7146EEBA1167}"/>
          </ac:spMkLst>
        </pc:spChg>
        <pc:spChg chg="add mod">
          <ac:chgData name="Yoshiharu Hamaguchi" userId="470e288704938fe9" providerId="LiveId" clId="{C43607F1-232B-44DB-B3B2-14DEC55E9315}" dt="2024-09-25T11:55:02.095" v="5109" actId="1035"/>
          <ac:spMkLst>
            <pc:docMk/>
            <pc:sldMk cId="840589698" sldId="268"/>
            <ac:spMk id="31" creationId="{84235BB5-BE18-15D2-8BB3-E9CB549D6AB3}"/>
          </ac:spMkLst>
        </pc:spChg>
        <pc:spChg chg="add mod">
          <ac:chgData name="Yoshiharu Hamaguchi" userId="470e288704938fe9" providerId="LiveId" clId="{C43607F1-232B-44DB-B3B2-14DEC55E9315}" dt="2024-09-25T11:55:02.095" v="5109" actId="1035"/>
          <ac:spMkLst>
            <pc:docMk/>
            <pc:sldMk cId="840589698" sldId="268"/>
            <ac:spMk id="32" creationId="{CD126C2D-904F-6F62-E142-CA8F1BBD0251}"/>
          </ac:spMkLst>
        </pc:spChg>
        <pc:spChg chg="add mod">
          <ac:chgData name="Yoshiharu Hamaguchi" userId="470e288704938fe9" providerId="LiveId" clId="{C43607F1-232B-44DB-B3B2-14DEC55E9315}" dt="2024-09-25T11:55:02.095" v="5109" actId="1035"/>
          <ac:spMkLst>
            <pc:docMk/>
            <pc:sldMk cId="840589698" sldId="268"/>
            <ac:spMk id="33" creationId="{0FB338FD-35EF-30D7-06A9-7A1B992B2830}"/>
          </ac:spMkLst>
        </pc:spChg>
        <pc:spChg chg="add del mod">
          <ac:chgData name="Yoshiharu Hamaguchi" userId="470e288704938fe9" providerId="LiveId" clId="{C43607F1-232B-44DB-B3B2-14DEC55E9315}" dt="2024-09-25T10:35:09.999" v="4180" actId="478"/>
          <ac:spMkLst>
            <pc:docMk/>
            <pc:sldMk cId="840589698" sldId="268"/>
            <ac:spMk id="34" creationId="{A50A472D-4099-8DAF-24F2-AF418F2F9C79}"/>
          </ac:spMkLst>
        </pc:spChg>
        <pc:spChg chg="add mod">
          <ac:chgData name="Yoshiharu Hamaguchi" userId="470e288704938fe9" providerId="LiveId" clId="{C43607F1-232B-44DB-B3B2-14DEC55E9315}" dt="2024-09-25T11:55:02.095" v="5109" actId="1035"/>
          <ac:spMkLst>
            <pc:docMk/>
            <pc:sldMk cId="840589698" sldId="268"/>
            <ac:spMk id="35" creationId="{1AFFE9F5-AE2D-EBB6-D84B-C52DD42E357B}"/>
          </ac:spMkLst>
        </pc:spChg>
        <pc:spChg chg="add mod">
          <ac:chgData name="Yoshiharu Hamaguchi" userId="470e288704938fe9" providerId="LiveId" clId="{C43607F1-232B-44DB-B3B2-14DEC55E9315}" dt="2024-09-25T10:39:29.891" v="4299" actId="571"/>
          <ac:spMkLst>
            <pc:docMk/>
            <pc:sldMk cId="840589698" sldId="268"/>
            <ac:spMk id="36" creationId="{24F56B13-3AC6-7FDD-8B46-EE30294A3D96}"/>
          </ac:spMkLst>
        </pc:spChg>
        <pc:spChg chg="add mod ord">
          <ac:chgData name="Yoshiharu Hamaguchi" userId="470e288704938fe9" providerId="LiveId" clId="{C43607F1-232B-44DB-B3B2-14DEC55E9315}" dt="2024-09-25T11:55:02.095" v="5109" actId="1035"/>
          <ac:spMkLst>
            <pc:docMk/>
            <pc:sldMk cId="840589698" sldId="268"/>
            <ac:spMk id="37" creationId="{D1058EA4-8932-1FDF-0C0E-3BD94FD33D65}"/>
          </ac:spMkLst>
        </pc:spChg>
        <pc:spChg chg="add mod ord">
          <ac:chgData name="Yoshiharu Hamaguchi" userId="470e288704938fe9" providerId="LiveId" clId="{C43607F1-232B-44DB-B3B2-14DEC55E9315}" dt="2024-09-25T11:55:02.095" v="5109" actId="1035"/>
          <ac:spMkLst>
            <pc:docMk/>
            <pc:sldMk cId="840589698" sldId="268"/>
            <ac:spMk id="38" creationId="{1A3E6AA3-18D3-7A9B-F0B1-B7633BF22430}"/>
          </ac:spMkLst>
        </pc:spChg>
        <pc:spChg chg="add mod ord">
          <ac:chgData name="Yoshiharu Hamaguchi" userId="470e288704938fe9" providerId="LiveId" clId="{C43607F1-232B-44DB-B3B2-14DEC55E9315}" dt="2024-09-25T11:55:02.095" v="5109" actId="1035"/>
          <ac:spMkLst>
            <pc:docMk/>
            <pc:sldMk cId="840589698" sldId="268"/>
            <ac:spMk id="39" creationId="{8A7149DE-6BB3-5177-C779-82DBB0881054}"/>
          </ac:spMkLst>
        </pc:spChg>
        <pc:spChg chg="add mod">
          <ac:chgData name="Yoshiharu Hamaguchi" userId="470e288704938fe9" providerId="LiveId" clId="{C43607F1-232B-44DB-B3B2-14DEC55E9315}" dt="2024-09-25T11:55:02.095" v="5109" actId="1035"/>
          <ac:spMkLst>
            <pc:docMk/>
            <pc:sldMk cId="840589698" sldId="268"/>
            <ac:spMk id="40" creationId="{AE3EDBDD-CC31-46D4-A001-B6C397E7D5A7}"/>
          </ac:spMkLst>
        </pc:spChg>
        <pc:spChg chg="add mod">
          <ac:chgData name="Yoshiharu Hamaguchi" userId="470e288704938fe9" providerId="LiveId" clId="{C43607F1-232B-44DB-B3B2-14DEC55E9315}" dt="2024-09-25T12:02:19.942" v="5505" actId="20577"/>
          <ac:spMkLst>
            <pc:docMk/>
            <pc:sldMk cId="840589698" sldId="268"/>
            <ac:spMk id="41" creationId="{78EB841D-7EEE-856E-2816-A546A25A6747}"/>
          </ac:spMkLst>
        </pc:spChg>
        <pc:spChg chg="add mod">
          <ac:chgData name="Yoshiharu Hamaguchi" userId="470e288704938fe9" providerId="LiveId" clId="{C43607F1-232B-44DB-B3B2-14DEC55E9315}" dt="2024-09-25T11:55:02.095" v="5109" actId="1035"/>
          <ac:spMkLst>
            <pc:docMk/>
            <pc:sldMk cId="840589698" sldId="268"/>
            <ac:spMk id="42" creationId="{25617D89-2A2A-DD7D-7316-1D4B0FFFD10C}"/>
          </ac:spMkLst>
        </pc:spChg>
        <pc:spChg chg="add mod">
          <ac:chgData name="Yoshiharu Hamaguchi" userId="470e288704938fe9" providerId="LiveId" clId="{C43607F1-232B-44DB-B3B2-14DEC55E9315}" dt="2024-09-25T11:55:02.095" v="5109" actId="1035"/>
          <ac:spMkLst>
            <pc:docMk/>
            <pc:sldMk cId="840589698" sldId="268"/>
            <ac:spMk id="43" creationId="{5FCB99EE-0845-55B5-25FB-9528EA5E62DB}"/>
          </ac:spMkLst>
        </pc:spChg>
        <pc:spChg chg="add del">
          <ac:chgData name="Yoshiharu Hamaguchi" userId="470e288704938fe9" providerId="LiveId" clId="{C43607F1-232B-44DB-B3B2-14DEC55E9315}" dt="2024-09-25T11:27:52.577" v="4545" actId="11529"/>
          <ac:spMkLst>
            <pc:docMk/>
            <pc:sldMk cId="840589698" sldId="268"/>
            <ac:spMk id="46" creationId="{864648D8-4C7D-49CB-AC03-A530324A6D1F}"/>
          </ac:spMkLst>
        </pc:spChg>
        <pc:spChg chg="add mod">
          <ac:chgData name="Yoshiharu Hamaguchi" userId="470e288704938fe9" providerId="LiveId" clId="{C43607F1-232B-44DB-B3B2-14DEC55E9315}" dt="2024-09-25T12:22:51.936" v="6363" actId="1076"/>
          <ac:spMkLst>
            <pc:docMk/>
            <pc:sldMk cId="840589698" sldId="268"/>
            <ac:spMk id="53" creationId="{2EBDE60C-B3C7-8BCA-38EB-2B2EE296631D}"/>
          </ac:spMkLst>
        </pc:spChg>
        <pc:spChg chg="add mod">
          <ac:chgData name="Yoshiharu Hamaguchi" userId="470e288704938fe9" providerId="LiveId" clId="{C43607F1-232B-44DB-B3B2-14DEC55E9315}" dt="2024-09-25T11:29:12.246" v="4591" actId="571"/>
          <ac:spMkLst>
            <pc:docMk/>
            <pc:sldMk cId="840589698" sldId="268"/>
            <ac:spMk id="54" creationId="{64213D1F-62E0-6FE2-8DD0-98A0F7965A20}"/>
          </ac:spMkLst>
        </pc:spChg>
        <pc:spChg chg="add mod">
          <ac:chgData name="Yoshiharu Hamaguchi" userId="470e288704938fe9" providerId="LiveId" clId="{C43607F1-232B-44DB-B3B2-14DEC55E9315}" dt="2024-09-25T11:30:21.518" v="4611" actId="571"/>
          <ac:spMkLst>
            <pc:docMk/>
            <pc:sldMk cId="840589698" sldId="268"/>
            <ac:spMk id="69" creationId="{87F80CD8-AD9D-76E0-D20C-888BEB7DBF63}"/>
          </ac:spMkLst>
        </pc:spChg>
        <pc:spChg chg="add mod">
          <ac:chgData name="Yoshiharu Hamaguchi" userId="470e288704938fe9" providerId="LiveId" clId="{C43607F1-232B-44DB-B3B2-14DEC55E9315}" dt="2024-09-25T11:55:02.095" v="5109" actId="1035"/>
          <ac:spMkLst>
            <pc:docMk/>
            <pc:sldMk cId="840589698" sldId="268"/>
            <ac:spMk id="72" creationId="{741FC192-317D-477E-05E4-6AE0AEEE4091}"/>
          </ac:spMkLst>
        </pc:spChg>
        <pc:spChg chg="add del mod ord">
          <ac:chgData name="Yoshiharu Hamaguchi" userId="470e288704938fe9" providerId="LiveId" clId="{C43607F1-232B-44DB-B3B2-14DEC55E9315}" dt="2024-09-25T11:42:15.199" v="4772" actId="478"/>
          <ac:spMkLst>
            <pc:docMk/>
            <pc:sldMk cId="840589698" sldId="268"/>
            <ac:spMk id="73" creationId="{F290F820-E77D-22D6-2914-B8FF9F15771A}"/>
          </ac:spMkLst>
        </pc:spChg>
        <pc:spChg chg="add del mod ord">
          <ac:chgData name="Yoshiharu Hamaguchi" userId="470e288704938fe9" providerId="LiveId" clId="{C43607F1-232B-44DB-B3B2-14DEC55E9315}" dt="2024-09-25T11:42:39.516" v="4783" actId="478"/>
          <ac:spMkLst>
            <pc:docMk/>
            <pc:sldMk cId="840589698" sldId="268"/>
            <ac:spMk id="74" creationId="{773FC1F2-A6BB-000C-C4C6-25ED96C57065}"/>
          </ac:spMkLst>
        </pc:spChg>
        <pc:spChg chg="add del mod ord">
          <ac:chgData name="Yoshiharu Hamaguchi" userId="470e288704938fe9" providerId="LiveId" clId="{C43607F1-232B-44DB-B3B2-14DEC55E9315}" dt="2024-09-25T11:42:38.906" v="4782" actId="478"/>
          <ac:spMkLst>
            <pc:docMk/>
            <pc:sldMk cId="840589698" sldId="268"/>
            <ac:spMk id="76" creationId="{579EA042-E61D-672A-3ED1-E044253656A2}"/>
          </ac:spMkLst>
        </pc:spChg>
        <pc:spChg chg="add mod ord">
          <ac:chgData name="Yoshiharu Hamaguchi" userId="470e288704938fe9" providerId="LiveId" clId="{C43607F1-232B-44DB-B3B2-14DEC55E9315}" dt="2024-09-25T13:28:46.984" v="6464" actId="207"/>
          <ac:spMkLst>
            <pc:docMk/>
            <pc:sldMk cId="840589698" sldId="268"/>
            <ac:spMk id="77" creationId="{A8393CBC-1EA9-35DD-1457-F7D76951A781}"/>
          </ac:spMkLst>
        </pc:spChg>
        <pc:spChg chg="add mod">
          <ac:chgData name="Yoshiharu Hamaguchi" userId="470e288704938fe9" providerId="LiveId" clId="{C43607F1-232B-44DB-B3B2-14DEC55E9315}" dt="2024-09-25T11:55:02.095" v="5109" actId="1035"/>
          <ac:spMkLst>
            <pc:docMk/>
            <pc:sldMk cId="840589698" sldId="268"/>
            <ac:spMk id="83" creationId="{CCD52B30-82F7-87C0-989A-283F3DA60F6E}"/>
          </ac:spMkLst>
        </pc:spChg>
        <pc:spChg chg="add mod">
          <ac:chgData name="Yoshiharu Hamaguchi" userId="470e288704938fe9" providerId="LiveId" clId="{C43607F1-232B-44DB-B3B2-14DEC55E9315}" dt="2024-09-25T13:28:31.859" v="6463" actId="13822"/>
          <ac:spMkLst>
            <pc:docMk/>
            <pc:sldMk cId="840589698" sldId="268"/>
            <ac:spMk id="84" creationId="{A83C95F3-56CE-A8BE-4166-5101A47E4447}"/>
          </ac:spMkLst>
        </pc:spChg>
        <pc:spChg chg="add mod">
          <ac:chgData name="Yoshiharu Hamaguchi" userId="470e288704938fe9" providerId="LiveId" clId="{C43607F1-232B-44DB-B3B2-14DEC55E9315}" dt="2024-09-25T13:29:00.213" v="6471" actId="20577"/>
          <ac:spMkLst>
            <pc:docMk/>
            <pc:sldMk cId="840589698" sldId="268"/>
            <ac:spMk id="185" creationId="{130A0482-3284-7713-A99C-40E52448C831}"/>
          </ac:spMkLst>
        </pc:spChg>
        <pc:spChg chg="add del">
          <ac:chgData name="Yoshiharu Hamaguchi" userId="470e288704938fe9" providerId="LiveId" clId="{C43607F1-232B-44DB-B3B2-14DEC55E9315}" dt="2024-09-25T11:55:17.262" v="5111" actId="22"/>
          <ac:spMkLst>
            <pc:docMk/>
            <pc:sldMk cId="840589698" sldId="268"/>
            <ac:spMk id="187" creationId="{87941EAC-51C0-CC28-E79E-4F55F2887F3F}"/>
          </ac:spMkLst>
        </pc:spChg>
        <pc:spChg chg="add mod">
          <ac:chgData name="Yoshiharu Hamaguchi" userId="470e288704938fe9" providerId="LiveId" clId="{C43607F1-232B-44DB-B3B2-14DEC55E9315}" dt="2024-09-25T11:56:06.974" v="5238" actId="20577"/>
          <ac:spMkLst>
            <pc:docMk/>
            <pc:sldMk cId="840589698" sldId="268"/>
            <ac:spMk id="188" creationId="{11DC7CAE-5817-27B1-97A7-D38E5318A4A0}"/>
          </ac:spMkLst>
        </pc:spChg>
        <pc:grpChg chg="add del mod">
          <ac:chgData name="Yoshiharu Hamaguchi" userId="470e288704938fe9" providerId="LiveId" clId="{C43607F1-232B-44DB-B3B2-14DEC55E9315}" dt="2024-09-25T10:17:45.403" v="3466"/>
          <ac:grpSpMkLst>
            <pc:docMk/>
            <pc:sldMk cId="840589698" sldId="268"/>
            <ac:grpSpMk id="12" creationId="{D18CFD05-BBD4-36DD-DA7F-F09469CCC1B5}"/>
          </ac:grpSpMkLst>
        </pc:grpChg>
        <pc:grpChg chg="mod">
          <ac:chgData name="Yoshiharu Hamaguchi" userId="470e288704938fe9" providerId="LiveId" clId="{C43607F1-232B-44DB-B3B2-14DEC55E9315}" dt="2024-09-25T10:17:44.851" v="3464"/>
          <ac:grpSpMkLst>
            <pc:docMk/>
            <pc:sldMk cId="840589698" sldId="268"/>
            <ac:grpSpMk id="14" creationId="{A627047E-2A2A-4D8C-231E-9EB8FB591DA6}"/>
          </ac:grpSpMkLst>
        </pc:grpChg>
        <pc:picChg chg="add mod">
          <ac:chgData name="Yoshiharu Hamaguchi" userId="470e288704938fe9" providerId="LiveId" clId="{C43607F1-232B-44DB-B3B2-14DEC55E9315}" dt="2024-09-25T13:27:50.902" v="6461" actId="27349"/>
          <ac:picMkLst>
            <pc:docMk/>
            <pc:sldMk cId="840589698" sldId="268"/>
            <ac:picMk id="45" creationId="{59F021CE-0421-4999-5D7E-4689EC7A3063}"/>
          </ac:picMkLst>
        </pc:picChg>
        <pc:inkChg chg="add del">
          <ac:chgData name="Yoshiharu Hamaguchi" userId="470e288704938fe9" providerId="LiveId" clId="{C43607F1-232B-44DB-B3B2-14DEC55E9315}" dt="2024-09-25T10:16:57.865" v="3451" actId="9405"/>
          <ac:inkMkLst>
            <pc:docMk/>
            <pc:sldMk cId="840589698" sldId="268"/>
            <ac:inkMk id="6" creationId="{FAE79509-3D4A-0016-37ED-9DFA4CF740B5}"/>
          </ac:inkMkLst>
        </pc:inkChg>
        <pc:inkChg chg="add del">
          <ac:chgData name="Yoshiharu Hamaguchi" userId="470e288704938fe9" providerId="LiveId" clId="{C43607F1-232B-44DB-B3B2-14DEC55E9315}" dt="2024-09-25T10:16:57.597" v="3450" actId="9405"/>
          <ac:inkMkLst>
            <pc:docMk/>
            <pc:sldMk cId="840589698" sldId="268"/>
            <ac:inkMk id="7" creationId="{98E353E4-EBA4-9D1B-5CD1-850702D68DDF}"/>
          </ac:inkMkLst>
        </pc:inkChg>
        <pc:inkChg chg="add del">
          <ac:chgData name="Yoshiharu Hamaguchi" userId="470e288704938fe9" providerId="LiveId" clId="{C43607F1-232B-44DB-B3B2-14DEC55E9315}" dt="2024-09-25T10:17:10.699" v="3455" actId="9405"/>
          <ac:inkMkLst>
            <pc:docMk/>
            <pc:sldMk cId="840589698" sldId="268"/>
            <ac:inkMk id="8" creationId="{B4F14106-ED05-88B4-EAA5-FEB689F36E46}"/>
          </ac:inkMkLst>
        </pc:inkChg>
        <pc:inkChg chg="add del">
          <ac:chgData name="Yoshiharu Hamaguchi" userId="470e288704938fe9" providerId="LiveId" clId="{C43607F1-232B-44DB-B3B2-14DEC55E9315}" dt="2024-09-25T10:17:10.294" v="3454" actId="9405"/>
          <ac:inkMkLst>
            <pc:docMk/>
            <pc:sldMk cId="840589698" sldId="268"/>
            <ac:inkMk id="9" creationId="{639922C2-285F-57E3-FEDB-28FF36A73624}"/>
          </ac:inkMkLst>
        </pc:inkChg>
        <pc:inkChg chg="add del mod">
          <ac:chgData name="Yoshiharu Hamaguchi" userId="470e288704938fe9" providerId="LiveId" clId="{C43607F1-232B-44DB-B3B2-14DEC55E9315}" dt="2024-09-25T10:17:45.797" v="3467" actId="9405"/>
          <ac:inkMkLst>
            <pc:docMk/>
            <pc:sldMk cId="840589698" sldId="268"/>
            <ac:inkMk id="10" creationId="{A86EA2E0-B3D3-C193-7730-F1D3FD323FDF}"/>
          </ac:inkMkLst>
        </pc:inkChg>
        <pc:inkChg chg="add del mod">
          <ac:chgData name="Yoshiharu Hamaguchi" userId="470e288704938fe9" providerId="LiveId" clId="{C43607F1-232B-44DB-B3B2-14DEC55E9315}" dt="2024-09-25T10:17:45.403" v="3466"/>
          <ac:inkMkLst>
            <pc:docMk/>
            <pc:sldMk cId="840589698" sldId="268"/>
            <ac:inkMk id="11" creationId="{72C41B7C-67A6-DEEE-2985-21572EE01F2E}"/>
          </ac:inkMkLst>
        </pc:inkChg>
        <pc:inkChg chg="add del mod">
          <ac:chgData name="Yoshiharu Hamaguchi" userId="470e288704938fe9" providerId="LiveId" clId="{C43607F1-232B-44DB-B3B2-14DEC55E9315}" dt="2024-09-25T10:17:44.851" v="3464"/>
          <ac:inkMkLst>
            <pc:docMk/>
            <pc:sldMk cId="840589698" sldId="268"/>
            <ac:inkMk id="13" creationId="{C4D40D36-0343-45FA-6BF6-4981DF8A865E}"/>
          </ac:inkMkLst>
        </pc:inkChg>
        <pc:inkChg chg="add del">
          <ac:chgData name="Yoshiharu Hamaguchi" userId="470e288704938fe9" providerId="LiveId" clId="{C43607F1-232B-44DB-B3B2-14DEC55E9315}" dt="2024-09-25T10:18:06.916" v="3469" actId="34122"/>
          <ac:inkMkLst>
            <pc:docMk/>
            <pc:sldMk cId="840589698" sldId="268"/>
            <ac:inkMk id="15" creationId="{711A4B6F-C1B4-18D2-74EE-5C16BF14D5D2}"/>
          </ac:inkMkLst>
        </pc:inkChg>
        <pc:inkChg chg="add del">
          <ac:chgData name="Yoshiharu Hamaguchi" userId="470e288704938fe9" providerId="LiveId" clId="{C43607F1-232B-44DB-B3B2-14DEC55E9315}" dt="2024-09-25T10:18:28.771" v="3471" actId="34122"/>
          <ac:inkMkLst>
            <pc:docMk/>
            <pc:sldMk cId="840589698" sldId="268"/>
            <ac:inkMk id="16" creationId="{07121A24-52BE-CAEB-F368-C5D2ADAD134F}"/>
          </ac:inkMkLst>
        </pc:inkChg>
        <pc:cxnChg chg="add mod">
          <ac:chgData name="Yoshiharu Hamaguchi" userId="470e288704938fe9" providerId="LiveId" clId="{C43607F1-232B-44DB-B3B2-14DEC55E9315}" dt="2024-09-25T13:28:04.391" v="6462" actId="208"/>
          <ac:cxnSpMkLst>
            <pc:docMk/>
            <pc:sldMk cId="840589698" sldId="268"/>
            <ac:cxnSpMk id="48" creationId="{69393153-AEE1-5B4A-D68A-93D1FD0AFD62}"/>
          </ac:cxnSpMkLst>
        </pc:cxnChg>
        <pc:cxnChg chg="add mod">
          <ac:chgData name="Yoshiharu Hamaguchi" userId="470e288704938fe9" providerId="LiveId" clId="{C43607F1-232B-44DB-B3B2-14DEC55E9315}" dt="2024-09-25T11:55:02.095" v="5109" actId="1035"/>
          <ac:cxnSpMkLst>
            <pc:docMk/>
            <pc:sldMk cId="840589698" sldId="268"/>
            <ac:cxnSpMk id="50" creationId="{CFA5960C-E2FD-D6EE-A74A-8EFFBF3FA20C}"/>
          </ac:cxnSpMkLst>
        </pc:cxnChg>
        <pc:cxnChg chg="add del mod">
          <ac:chgData name="Yoshiharu Hamaguchi" userId="470e288704938fe9" providerId="LiveId" clId="{C43607F1-232B-44DB-B3B2-14DEC55E9315}" dt="2024-09-25T11:43:35.898" v="4811" actId="478"/>
          <ac:cxnSpMkLst>
            <pc:docMk/>
            <pc:sldMk cId="840589698" sldId="268"/>
            <ac:cxnSpMk id="55" creationId="{C1E6E371-5C9C-583E-BDC4-4013BC434683}"/>
          </ac:cxnSpMkLst>
        </pc:cxnChg>
        <pc:cxnChg chg="add del mod">
          <ac:chgData name="Yoshiharu Hamaguchi" userId="470e288704938fe9" providerId="LiveId" clId="{C43607F1-232B-44DB-B3B2-14DEC55E9315}" dt="2024-09-25T11:43:33.654" v="4810" actId="478"/>
          <ac:cxnSpMkLst>
            <pc:docMk/>
            <pc:sldMk cId="840589698" sldId="268"/>
            <ac:cxnSpMk id="58" creationId="{E3C02521-E9EC-676D-ACB2-046D85CADDFF}"/>
          </ac:cxnSpMkLst>
        </pc:cxnChg>
        <pc:cxnChg chg="add mod">
          <ac:chgData name="Yoshiharu Hamaguchi" userId="470e288704938fe9" providerId="LiveId" clId="{C43607F1-232B-44DB-B3B2-14DEC55E9315}" dt="2024-09-25T11:55:02.095" v="5109" actId="1035"/>
          <ac:cxnSpMkLst>
            <pc:docMk/>
            <pc:sldMk cId="840589698" sldId="268"/>
            <ac:cxnSpMk id="61" creationId="{97380F3F-B4EC-2F06-9E3A-119161B80E1D}"/>
          </ac:cxnSpMkLst>
        </pc:cxnChg>
        <pc:cxnChg chg="add mod">
          <ac:chgData name="Yoshiharu Hamaguchi" userId="470e288704938fe9" providerId="LiveId" clId="{C43607F1-232B-44DB-B3B2-14DEC55E9315}" dt="2024-09-25T11:55:02.095" v="5109" actId="1035"/>
          <ac:cxnSpMkLst>
            <pc:docMk/>
            <pc:sldMk cId="840589698" sldId="268"/>
            <ac:cxnSpMk id="64" creationId="{7A976978-6192-9393-1108-B2E4A3E176A2}"/>
          </ac:cxnSpMkLst>
        </pc:cxnChg>
        <pc:cxnChg chg="add del mod ord">
          <ac:chgData name="Yoshiharu Hamaguchi" userId="470e288704938fe9" providerId="LiveId" clId="{C43607F1-232B-44DB-B3B2-14DEC55E9315}" dt="2024-09-25T11:55:02.095" v="5109" actId="1035"/>
          <ac:cxnSpMkLst>
            <pc:docMk/>
            <pc:sldMk cId="840589698" sldId="268"/>
            <ac:cxnSpMk id="67" creationId="{E4B332FF-DA63-222D-60B0-8C1AFCA0A5CC}"/>
          </ac:cxnSpMkLst>
        </pc:cxnChg>
        <pc:cxnChg chg="add del mod">
          <ac:chgData name="Yoshiharu Hamaguchi" userId="470e288704938fe9" providerId="LiveId" clId="{C43607F1-232B-44DB-B3B2-14DEC55E9315}" dt="2024-09-25T11:42:51.712" v="4787" actId="478"/>
          <ac:cxnSpMkLst>
            <pc:docMk/>
            <pc:sldMk cId="840589698" sldId="268"/>
            <ac:cxnSpMk id="82" creationId="{CB0EA28D-6B41-BA92-5477-F870C9BF05C8}"/>
          </ac:cxnSpMkLst>
        </pc:cxnChg>
        <pc:cxnChg chg="add mod">
          <ac:chgData name="Yoshiharu Hamaguchi" userId="470e288704938fe9" providerId="LiveId" clId="{C43607F1-232B-44DB-B3B2-14DEC55E9315}" dt="2024-09-25T11:55:02.095" v="5109" actId="1035"/>
          <ac:cxnSpMkLst>
            <pc:docMk/>
            <pc:sldMk cId="840589698" sldId="268"/>
            <ac:cxnSpMk id="85" creationId="{5521CAAD-A1E8-0103-75E1-A6496D12E07F}"/>
          </ac:cxnSpMkLst>
        </pc:cxnChg>
        <pc:cxnChg chg="add mod">
          <ac:chgData name="Yoshiharu Hamaguchi" userId="470e288704938fe9" providerId="LiveId" clId="{C43607F1-232B-44DB-B3B2-14DEC55E9315}" dt="2024-09-25T11:55:02.095" v="5109" actId="1035"/>
          <ac:cxnSpMkLst>
            <pc:docMk/>
            <pc:sldMk cId="840589698" sldId="268"/>
            <ac:cxnSpMk id="88" creationId="{4B306A65-14F2-3593-3D31-60757CB57107}"/>
          </ac:cxnSpMkLst>
        </pc:cxnChg>
        <pc:cxnChg chg="add del mod">
          <ac:chgData name="Yoshiharu Hamaguchi" userId="470e288704938fe9" providerId="LiveId" clId="{C43607F1-232B-44DB-B3B2-14DEC55E9315}" dt="2024-09-25T11:45:01.527" v="4859" actId="478"/>
          <ac:cxnSpMkLst>
            <pc:docMk/>
            <pc:sldMk cId="840589698" sldId="268"/>
            <ac:cxnSpMk id="91" creationId="{00310F9F-3183-EBDA-F940-FACA4B25E9D1}"/>
          </ac:cxnSpMkLst>
        </pc:cxnChg>
        <pc:cxnChg chg="add del mod">
          <ac:chgData name="Yoshiharu Hamaguchi" userId="470e288704938fe9" providerId="LiveId" clId="{C43607F1-232B-44DB-B3B2-14DEC55E9315}" dt="2024-09-25T11:55:02.095" v="5109" actId="1035"/>
          <ac:cxnSpMkLst>
            <pc:docMk/>
            <pc:sldMk cId="840589698" sldId="268"/>
            <ac:cxnSpMk id="124" creationId="{D3A0DDA0-90A1-7E9A-338D-464A0AB369B6}"/>
          </ac:cxnSpMkLst>
        </pc:cxnChg>
        <pc:cxnChg chg="add mod">
          <ac:chgData name="Yoshiharu Hamaguchi" userId="470e288704938fe9" providerId="LiveId" clId="{C43607F1-232B-44DB-B3B2-14DEC55E9315}" dt="2024-09-25T11:55:02.095" v="5109" actId="1035"/>
          <ac:cxnSpMkLst>
            <pc:docMk/>
            <pc:sldMk cId="840589698" sldId="268"/>
            <ac:cxnSpMk id="127" creationId="{9EC78F66-EF39-54B3-AB98-E84927268771}"/>
          </ac:cxnSpMkLst>
        </pc:cxnChg>
        <pc:cxnChg chg="add mod">
          <ac:chgData name="Yoshiharu Hamaguchi" userId="470e288704938fe9" providerId="LiveId" clId="{C43607F1-232B-44DB-B3B2-14DEC55E9315}" dt="2024-09-25T11:55:02.095" v="5109" actId="1035"/>
          <ac:cxnSpMkLst>
            <pc:docMk/>
            <pc:sldMk cId="840589698" sldId="268"/>
            <ac:cxnSpMk id="170" creationId="{04B8B0AB-0A41-F5D9-4C41-10446EE21735}"/>
          </ac:cxnSpMkLst>
        </pc:cxnChg>
        <pc:cxnChg chg="add mod">
          <ac:chgData name="Yoshiharu Hamaguchi" userId="470e288704938fe9" providerId="LiveId" clId="{C43607F1-232B-44DB-B3B2-14DEC55E9315}" dt="2024-09-25T11:55:02.095" v="5109" actId="1035"/>
          <ac:cxnSpMkLst>
            <pc:docMk/>
            <pc:sldMk cId="840589698" sldId="268"/>
            <ac:cxnSpMk id="175" creationId="{152005CE-C530-4496-5760-AA3F6AA1AEE2}"/>
          </ac:cxnSpMkLst>
        </pc:cxnChg>
        <pc:cxnChg chg="add mod">
          <ac:chgData name="Yoshiharu Hamaguchi" userId="470e288704938fe9" providerId="LiveId" clId="{C43607F1-232B-44DB-B3B2-14DEC55E9315}" dt="2024-09-25T13:28:04.391" v="6462" actId="208"/>
          <ac:cxnSpMkLst>
            <pc:docMk/>
            <pc:sldMk cId="840589698" sldId="268"/>
            <ac:cxnSpMk id="179" creationId="{7A4A3A67-DD95-558D-CEE2-3908D3A834BF}"/>
          </ac:cxnSpMkLst>
        </pc:cxnChg>
        <pc:cxnChg chg="add mod">
          <ac:chgData name="Yoshiharu Hamaguchi" userId="470e288704938fe9" providerId="LiveId" clId="{C43607F1-232B-44DB-B3B2-14DEC55E9315}" dt="2024-09-25T13:28:04.391" v="6462" actId="208"/>
          <ac:cxnSpMkLst>
            <pc:docMk/>
            <pc:sldMk cId="840589698" sldId="268"/>
            <ac:cxnSpMk id="182" creationId="{82CC0E9E-8ADB-EC6E-7027-6781BBB288FA}"/>
          </ac:cxnSpMkLst>
        </pc:cxnChg>
      </pc:sldChg>
      <pc:sldChg chg="addSp delSp modSp add del mod">
        <pc:chgData name="Yoshiharu Hamaguchi" userId="470e288704938fe9" providerId="LiveId" clId="{C43607F1-232B-44DB-B3B2-14DEC55E9315}" dt="2024-09-25T15:43:33.374" v="6823" actId="47"/>
        <pc:sldMkLst>
          <pc:docMk/>
          <pc:sldMk cId="2142688305" sldId="269"/>
        </pc:sldMkLst>
        <pc:spChg chg="mod">
          <ac:chgData name="Yoshiharu Hamaguchi" userId="470e288704938fe9" providerId="LiveId" clId="{C43607F1-232B-44DB-B3B2-14DEC55E9315}" dt="2024-09-25T15:24:31.506" v="6651" actId="14100"/>
          <ac:spMkLst>
            <pc:docMk/>
            <pc:sldMk cId="2142688305" sldId="269"/>
            <ac:spMk id="2" creationId="{9C784ACA-9376-15C6-DD93-68B5D582FADA}"/>
          </ac:spMkLst>
        </pc:spChg>
        <pc:spChg chg="mod">
          <ac:chgData name="Yoshiharu Hamaguchi" userId="470e288704938fe9" providerId="LiveId" clId="{C43607F1-232B-44DB-B3B2-14DEC55E9315}" dt="2024-09-25T15:27:25.266" v="6758" actId="20577"/>
          <ac:spMkLst>
            <pc:docMk/>
            <pc:sldMk cId="2142688305" sldId="269"/>
            <ac:spMk id="4" creationId="{8C13C9CE-666C-02A7-9EAA-106F1B50AE66}"/>
          </ac:spMkLst>
        </pc:spChg>
        <pc:spChg chg="del">
          <ac:chgData name="Yoshiharu Hamaguchi" userId="470e288704938fe9" providerId="LiveId" clId="{C43607F1-232B-44DB-B3B2-14DEC55E9315}" dt="2024-09-25T15:24:43.991" v="6652" actId="478"/>
          <ac:spMkLst>
            <pc:docMk/>
            <pc:sldMk cId="2142688305" sldId="269"/>
            <ac:spMk id="5" creationId="{38525753-506C-CF9E-DF2A-0368D654E503}"/>
          </ac:spMkLst>
        </pc:spChg>
        <pc:picChg chg="add mod">
          <ac:chgData name="Yoshiharu Hamaguchi" userId="470e288704938fe9" providerId="LiveId" clId="{C43607F1-232B-44DB-B3B2-14DEC55E9315}" dt="2024-09-25T15:27:23.110" v="6757" actId="1076"/>
          <ac:picMkLst>
            <pc:docMk/>
            <pc:sldMk cId="2142688305" sldId="269"/>
            <ac:picMk id="6" creationId="{48B13ABD-A7EC-8A70-7FC9-8BE6883BF949}"/>
          </ac:picMkLst>
        </pc:picChg>
      </pc:sldChg>
      <pc:sldChg chg="modSp add mod">
        <pc:chgData name="Yoshiharu Hamaguchi" userId="470e288704938fe9" providerId="LiveId" clId="{C43607F1-232B-44DB-B3B2-14DEC55E9315}" dt="2024-09-25T15:42:37.074" v="6816" actId="20577"/>
        <pc:sldMkLst>
          <pc:docMk/>
          <pc:sldMk cId="1811470058" sldId="270"/>
        </pc:sldMkLst>
        <pc:spChg chg="mod">
          <ac:chgData name="Yoshiharu Hamaguchi" userId="470e288704938fe9" providerId="LiveId" clId="{C43607F1-232B-44DB-B3B2-14DEC55E9315}" dt="2024-09-25T15:42:37.074" v="6816" actId="20577"/>
          <ac:spMkLst>
            <pc:docMk/>
            <pc:sldMk cId="1811470058" sldId="270"/>
            <ac:spMk id="24" creationId="{2C710E95-554D-F235-C3F1-BF13E1AA1068}"/>
          </ac:spMkLst>
        </pc:spChg>
      </pc:sldChg>
    </pc:docChg>
  </pc:docChgLst>
  <pc:docChgLst>
    <pc:chgData name="Yoshiharu Hamaguchi" userId="470e288704938fe9" providerId="LiveId" clId="{7FF04D8D-0E5C-4D85-91C7-38CEECAF421B}"/>
    <pc:docChg chg="delSld modSld">
      <pc:chgData name="Yoshiharu Hamaguchi" userId="470e288704938fe9" providerId="LiveId" clId="{7FF04D8D-0E5C-4D85-91C7-38CEECAF421B}" dt="2024-08-30T00:39:52.340" v="69" actId="47"/>
      <pc:docMkLst>
        <pc:docMk/>
      </pc:docMkLst>
      <pc:sldChg chg="modSp mod">
        <pc:chgData name="Yoshiharu Hamaguchi" userId="470e288704938fe9" providerId="LiveId" clId="{7FF04D8D-0E5C-4D85-91C7-38CEECAF421B}" dt="2024-08-30T00:31:13.672" v="66" actId="6549"/>
        <pc:sldMkLst>
          <pc:docMk/>
          <pc:sldMk cId="634982452" sldId="256"/>
        </pc:sldMkLst>
        <pc:spChg chg="mod">
          <ac:chgData name="Yoshiharu Hamaguchi" userId="470e288704938fe9" providerId="LiveId" clId="{7FF04D8D-0E5C-4D85-91C7-38CEECAF421B}" dt="2024-08-30T00:31:10.217" v="65" actId="20577"/>
          <ac:spMkLst>
            <pc:docMk/>
            <pc:sldMk cId="634982452" sldId="256"/>
            <ac:spMk id="2" creationId="{3F0D190A-A8DB-32F1-0D56-13F6D381B778}"/>
          </ac:spMkLst>
        </pc:spChg>
        <pc:spChg chg="mod">
          <ac:chgData name="Yoshiharu Hamaguchi" userId="470e288704938fe9" providerId="LiveId" clId="{7FF04D8D-0E5C-4D85-91C7-38CEECAF421B}" dt="2024-08-30T00:31:13.672" v="66" actId="6549"/>
          <ac:spMkLst>
            <pc:docMk/>
            <pc:sldMk cId="634982452" sldId="256"/>
            <ac:spMk id="3" creationId="{BC817A74-920C-0926-7C76-24BA4993B9F3}"/>
          </ac:spMkLst>
        </pc:spChg>
      </pc:sldChg>
      <pc:sldChg chg="del">
        <pc:chgData name="Yoshiharu Hamaguchi" userId="470e288704938fe9" providerId="LiveId" clId="{7FF04D8D-0E5C-4D85-91C7-38CEECAF421B}" dt="2024-08-30T00:39:52.340" v="69" actId="47"/>
        <pc:sldMkLst>
          <pc:docMk/>
          <pc:sldMk cId="3586103662" sldId="259"/>
        </pc:sldMkLst>
      </pc:sldChg>
      <pc:sldChg chg="del">
        <pc:chgData name="Yoshiharu Hamaguchi" userId="470e288704938fe9" providerId="LiveId" clId="{7FF04D8D-0E5C-4D85-91C7-38CEECAF421B}" dt="2024-08-30T00:39:51.276" v="67" actId="47"/>
        <pc:sldMkLst>
          <pc:docMk/>
          <pc:sldMk cId="3422986759" sldId="260"/>
        </pc:sldMkLst>
      </pc:sldChg>
      <pc:sldChg chg="del">
        <pc:chgData name="Yoshiharu Hamaguchi" userId="470e288704938fe9" providerId="LiveId" clId="{7FF04D8D-0E5C-4D85-91C7-38CEECAF421B}" dt="2024-08-30T00:39:51.823" v="68" actId="47"/>
        <pc:sldMkLst>
          <pc:docMk/>
          <pc:sldMk cId="1265752602" sldId="261"/>
        </pc:sldMkLst>
      </pc:sldChg>
    </pc:docChg>
  </pc:docChgLst>
  <pc:docChgLst>
    <pc:chgData name="Yoshiharu Hamaguchi" userId="470e288704938fe9" providerId="LiveId" clId="{F8197544-B22B-4A13-B6C3-E7FBEF954393}"/>
    <pc:docChg chg="undo custSel addSld delSld modSld">
      <pc:chgData name="Yoshiharu Hamaguchi" userId="470e288704938fe9" providerId="LiveId" clId="{F8197544-B22B-4A13-B6C3-E7FBEF954393}" dt="2024-10-04T00:09:54.746" v="1546" actId="20577"/>
      <pc:docMkLst>
        <pc:docMk/>
      </pc:docMkLst>
      <pc:sldChg chg="modSp mod">
        <pc:chgData name="Yoshiharu Hamaguchi" userId="470e288704938fe9" providerId="LiveId" clId="{F8197544-B22B-4A13-B6C3-E7FBEF954393}" dt="2024-10-03T23:18:56.137" v="40" actId="6549"/>
        <pc:sldMkLst>
          <pc:docMk/>
          <pc:sldMk cId="634982452" sldId="256"/>
        </pc:sldMkLst>
        <pc:spChg chg="mod">
          <ac:chgData name="Yoshiharu Hamaguchi" userId="470e288704938fe9" providerId="LiveId" clId="{F8197544-B22B-4A13-B6C3-E7FBEF954393}" dt="2024-10-03T23:18:44.311" v="39" actId="20577"/>
          <ac:spMkLst>
            <pc:docMk/>
            <pc:sldMk cId="634982452" sldId="256"/>
            <ac:spMk id="2" creationId="{3F0D190A-A8DB-32F1-0D56-13F6D381B778}"/>
          </ac:spMkLst>
        </pc:spChg>
        <pc:spChg chg="mod">
          <ac:chgData name="Yoshiharu Hamaguchi" userId="470e288704938fe9" providerId="LiveId" clId="{F8197544-B22B-4A13-B6C3-E7FBEF954393}" dt="2024-10-03T23:18:56.137" v="40" actId="6549"/>
          <ac:spMkLst>
            <pc:docMk/>
            <pc:sldMk cId="634982452" sldId="256"/>
            <ac:spMk id="3" creationId="{BC817A74-920C-0926-7C76-24BA4993B9F3}"/>
          </ac:spMkLst>
        </pc:spChg>
      </pc:sldChg>
      <pc:sldChg chg="modSp mod">
        <pc:chgData name="Yoshiharu Hamaguchi" userId="470e288704938fe9" providerId="LiveId" clId="{F8197544-B22B-4A13-B6C3-E7FBEF954393}" dt="2024-10-03T23:19:40.609" v="70" actId="6549"/>
        <pc:sldMkLst>
          <pc:docMk/>
          <pc:sldMk cId="4019972730" sldId="262"/>
        </pc:sldMkLst>
        <pc:spChg chg="mod">
          <ac:chgData name="Yoshiharu Hamaguchi" userId="470e288704938fe9" providerId="LiveId" clId="{F8197544-B22B-4A13-B6C3-E7FBEF954393}" dt="2024-10-03T23:19:32.004" v="69" actId="20577"/>
          <ac:spMkLst>
            <pc:docMk/>
            <pc:sldMk cId="4019972730" sldId="262"/>
            <ac:spMk id="2" creationId="{9C784ACA-9376-15C6-DD93-68B5D582FADA}"/>
          </ac:spMkLst>
        </pc:spChg>
        <pc:spChg chg="mod">
          <ac:chgData name="Yoshiharu Hamaguchi" userId="470e288704938fe9" providerId="LiveId" clId="{F8197544-B22B-4A13-B6C3-E7FBEF954393}" dt="2024-10-03T23:19:40.609" v="70" actId="6549"/>
          <ac:spMkLst>
            <pc:docMk/>
            <pc:sldMk cId="4019972730" sldId="262"/>
            <ac:spMk id="3" creationId="{37025C41-8921-578C-16F8-6B5CF0A93AE0}"/>
          </ac:spMkLst>
        </pc:spChg>
      </pc:sldChg>
      <pc:sldChg chg="addSp modSp mod">
        <pc:chgData name="Yoshiharu Hamaguchi" userId="470e288704938fe9" providerId="LiveId" clId="{F8197544-B22B-4A13-B6C3-E7FBEF954393}" dt="2024-10-03T23:41:08.209" v="477" actId="20577"/>
        <pc:sldMkLst>
          <pc:docMk/>
          <pc:sldMk cId="958570635" sldId="263"/>
        </pc:sldMkLst>
        <pc:spChg chg="mod">
          <ac:chgData name="Yoshiharu Hamaguchi" userId="470e288704938fe9" providerId="LiveId" clId="{F8197544-B22B-4A13-B6C3-E7FBEF954393}" dt="2024-10-03T23:20:14.334" v="83" actId="20577"/>
          <ac:spMkLst>
            <pc:docMk/>
            <pc:sldMk cId="958570635" sldId="263"/>
            <ac:spMk id="2" creationId="{9C784ACA-9376-15C6-DD93-68B5D582FADA}"/>
          </ac:spMkLst>
        </pc:spChg>
        <pc:spChg chg="mod">
          <ac:chgData name="Yoshiharu Hamaguchi" userId="470e288704938fe9" providerId="LiveId" clId="{F8197544-B22B-4A13-B6C3-E7FBEF954393}" dt="2024-10-03T23:20:09.718" v="74" actId="27636"/>
          <ac:spMkLst>
            <pc:docMk/>
            <pc:sldMk cId="958570635" sldId="263"/>
            <ac:spMk id="3" creationId="{37025C41-8921-578C-16F8-6B5CF0A93AE0}"/>
          </ac:spMkLst>
        </pc:spChg>
        <pc:graphicFrameChg chg="add modGraphic">
          <ac:chgData name="Yoshiharu Hamaguchi" userId="470e288704938fe9" providerId="LiveId" clId="{F8197544-B22B-4A13-B6C3-E7FBEF954393}" dt="2024-10-03T23:41:08.209" v="477" actId="20577"/>
          <ac:graphicFrameMkLst>
            <pc:docMk/>
            <pc:sldMk cId="958570635" sldId="263"/>
            <ac:graphicFrameMk id="4" creationId="{E5B6F0DE-11D4-42E6-9728-E2E12D715398}"/>
          </ac:graphicFrameMkLst>
        </pc:graphicFrameChg>
      </pc:sldChg>
      <pc:sldChg chg="del">
        <pc:chgData name="Yoshiharu Hamaguchi" userId="470e288704938fe9" providerId="LiveId" clId="{F8197544-B22B-4A13-B6C3-E7FBEF954393}" dt="2024-10-04T00:07:01.468" v="1401" actId="47"/>
        <pc:sldMkLst>
          <pc:docMk/>
          <pc:sldMk cId="3365730422" sldId="264"/>
        </pc:sldMkLst>
      </pc:sldChg>
      <pc:sldChg chg="addSp modSp mod">
        <pc:chgData name="Yoshiharu Hamaguchi" userId="470e288704938fe9" providerId="LiveId" clId="{F8197544-B22B-4A13-B6C3-E7FBEF954393}" dt="2024-10-04T00:05:01.692" v="1367" actId="13926"/>
        <pc:sldMkLst>
          <pc:docMk/>
          <pc:sldMk cId="3485624740" sldId="265"/>
        </pc:sldMkLst>
        <pc:spChg chg="mod">
          <ac:chgData name="Yoshiharu Hamaguchi" userId="470e288704938fe9" providerId="LiveId" clId="{F8197544-B22B-4A13-B6C3-E7FBEF954393}" dt="2024-10-04T00:03:21.929" v="1285" actId="255"/>
          <ac:spMkLst>
            <pc:docMk/>
            <pc:sldMk cId="3485624740" sldId="265"/>
            <ac:spMk id="2" creationId="{9C784ACA-9376-15C6-DD93-68B5D582FADA}"/>
          </ac:spMkLst>
        </pc:spChg>
        <pc:spChg chg="mod">
          <ac:chgData name="Yoshiharu Hamaguchi" userId="470e288704938fe9" providerId="LiveId" clId="{F8197544-B22B-4A13-B6C3-E7FBEF954393}" dt="2024-10-04T00:05:01.692" v="1367" actId="13926"/>
          <ac:spMkLst>
            <pc:docMk/>
            <pc:sldMk cId="3485624740" sldId="265"/>
            <ac:spMk id="3" creationId="{37025C41-8921-578C-16F8-6B5CF0A93AE0}"/>
          </ac:spMkLst>
        </pc:spChg>
        <pc:spChg chg="add mod">
          <ac:chgData name="Yoshiharu Hamaguchi" userId="470e288704938fe9" providerId="LiveId" clId="{F8197544-B22B-4A13-B6C3-E7FBEF954393}" dt="2024-10-04T00:02:40.987" v="1262" actId="207"/>
          <ac:spMkLst>
            <pc:docMk/>
            <pc:sldMk cId="3485624740" sldId="265"/>
            <ac:spMk id="4" creationId="{5E16C75D-79A5-53EC-442E-2E7232CBEAD2}"/>
          </ac:spMkLst>
        </pc:spChg>
      </pc:sldChg>
      <pc:sldChg chg="modSp add del mod">
        <pc:chgData name="Yoshiharu Hamaguchi" userId="470e288704938fe9" providerId="LiveId" clId="{F8197544-B22B-4A13-B6C3-E7FBEF954393}" dt="2024-10-04T00:02:18.687" v="1260" actId="2696"/>
        <pc:sldMkLst>
          <pc:docMk/>
          <pc:sldMk cId="2646311320" sldId="266"/>
        </pc:sldMkLst>
        <pc:spChg chg="mod">
          <ac:chgData name="Yoshiharu Hamaguchi" userId="470e288704938fe9" providerId="LiveId" clId="{F8197544-B22B-4A13-B6C3-E7FBEF954393}" dt="2024-10-03T23:57:52.549" v="973" actId="20577"/>
          <ac:spMkLst>
            <pc:docMk/>
            <pc:sldMk cId="2646311320" sldId="266"/>
            <ac:spMk id="3" creationId="{37025C41-8921-578C-16F8-6B5CF0A93AE0}"/>
          </ac:spMkLst>
        </pc:spChg>
      </pc:sldChg>
      <pc:sldChg chg="addSp delSp modSp add mod">
        <pc:chgData name="Yoshiharu Hamaguchi" userId="470e288704938fe9" providerId="LiveId" clId="{F8197544-B22B-4A13-B6C3-E7FBEF954393}" dt="2024-10-04T00:06:22.714" v="1400" actId="20577"/>
        <pc:sldMkLst>
          <pc:docMk/>
          <pc:sldMk cId="3214612738" sldId="266"/>
        </pc:sldMkLst>
        <pc:spChg chg="mod">
          <ac:chgData name="Yoshiharu Hamaguchi" userId="470e288704938fe9" providerId="LiveId" clId="{F8197544-B22B-4A13-B6C3-E7FBEF954393}" dt="2024-10-04T00:06:22.714" v="1400" actId="20577"/>
          <ac:spMkLst>
            <pc:docMk/>
            <pc:sldMk cId="3214612738" sldId="266"/>
            <ac:spMk id="2" creationId="{9C784ACA-9376-15C6-DD93-68B5D582FADA}"/>
          </ac:spMkLst>
        </pc:spChg>
        <pc:spChg chg="mod">
          <ac:chgData name="Yoshiharu Hamaguchi" userId="470e288704938fe9" providerId="LiveId" clId="{F8197544-B22B-4A13-B6C3-E7FBEF954393}" dt="2024-10-04T00:06:05.363" v="1392" actId="13926"/>
          <ac:spMkLst>
            <pc:docMk/>
            <pc:sldMk cId="3214612738" sldId="266"/>
            <ac:spMk id="3" creationId="{37025C41-8921-578C-16F8-6B5CF0A93AE0}"/>
          </ac:spMkLst>
        </pc:spChg>
        <pc:spChg chg="del">
          <ac:chgData name="Yoshiharu Hamaguchi" userId="470e288704938fe9" providerId="LiveId" clId="{F8197544-B22B-4A13-B6C3-E7FBEF954393}" dt="2024-10-04T00:02:47.623" v="1263" actId="478"/>
          <ac:spMkLst>
            <pc:docMk/>
            <pc:sldMk cId="3214612738" sldId="266"/>
            <ac:spMk id="4" creationId="{5E16C75D-79A5-53EC-442E-2E7232CBEAD2}"/>
          </ac:spMkLst>
        </pc:spChg>
        <pc:spChg chg="add mod">
          <ac:chgData name="Yoshiharu Hamaguchi" userId="470e288704938fe9" providerId="LiveId" clId="{F8197544-B22B-4A13-B6C3-E7FBEF954393}" dt="2024-10-04T00:02:47.977" v="1264"/>
          <ac:spMkLst>
            <pc:docMk/>
            <pc:sldMk cId="3214612738" sldId="266"/>
            <ac:spMk id="5" creationId="{FFBC9270-DC0A-4F3E-A829-F8E13D587704}"/>
          </ac:spMkLst>
        </pc:spChg>
        <pc:graphicFrameChg chg="add del modGraphic">
          <ac:chgData name="Yoshiharu Hamaguchi" userId="470e288704938fe9" providerId="LiveId" clId="{F8197544-B22B-4A13-B6C3-E7FBEF954393}" dt="2024-10-04T00:04:41.029" v="1353" actId="27309"/>
          <ac:graphicFrameMkLst>
            <pc:docMk/>
            <pc:sldMk cId="3214612738" sldId="266"/>
            <ac:graphicFrameMk id="7" creationId="{A4DA9587-ED7B-1053-CE8A-EFC0D9760585}"/>
          </ac:graphicFrameMkLst>
        </pc:graphicFrameChg>
      </pc:sldChg>
      <pc:sldChg chg="del">
        <pc:chgData name="Yoshiharu Hamaguchi" userId="470e288704938fe9" providerId="LiveId" clId="{F8197544-B22B-4A13-B6C3-E7FBEF954393}" dt="2024-10-03T23:44:19.502" v="794" actId="2696"/>
        <pc:sldMkLst>
          <pc:docMk/>
          <pc:sldMk cId="768576187" sldId="267"/>
        </pc:sldMkLst>
      </pc:sldChg>
      <pc:sldChg chg="modSp add mod">
        <pc:chgData name="Yoshiharu Hamaguchi" userId="470e288704938fe9" providerId="LiveId" clId="{F8197544-B22B-4A13-B6C3-E7FBEF954393}" dt="2024-10-04T00:07:22.397" v="1411" actId="20577"/>
        <pc:sldMkLst>
          <pc:docMk/>
          <pc:sldMk cId="2388129881" sldId="267"/>
        </pc:sldMkLst>
        <pc:spChg chg="mod">
          <ac:chgData name="Yoshiharu Hamaguchi" userId="470e288704938fe9" providerId="LiveId" clId="{F8197544-B22B-4A13-B6C3-E7FBEF954393}" dt="2024-10-04T00:07:22.397" v="1411" actId="20577"/>
          <ac:spMkLst>
            <pc:docMk/>
            <pc:sldMk cId="2388129881" sldId="267"/>
            <ac:spMk id="2" creationId="{9C784ACA-9376-15C6-DD93-68B5D582FADA}"/>
          </ac:spMkLst>
        </pc:spChg>
      </pc:sldChg>
      <pc:sldChg chg="modSp add mod">
        <pc:chgData name="Yoshiharu Hamaguchi" userId="470e288704938fe9" providerId="LiveId" clId="{F8197544-B22B-4A13-B6C3-E7FBEF954393}" dt="2024-10-04T00:09:54.746" v="1546" actId="20577"/>
        <pc:sldMkLst>
          <pc:docMk/>
          <pc:sldMk cId="3046662596" sldId="268"/>
        </pc:sldMkLst>
        <pc:spChg chg="mod">
          <ac:chgData name="Yoshiharu Hamaguchi" userId="470e288704938fe9" providerId="LiveId" clId="{F8197544-B22B-4A13-B6C3-E7FBEF954393}" dt="2024-10-04T00:09:15.284" v="1457" actId="20577"/>
          <ac:spMkLst>
            <pc:docMk/>
            <pc:sldMk cId="3046662596" sldId="268"/>
            <ac:spMk id="2" creationId="{9C784ACA-9376-15C6-DD93-68B5D582FADA}"/>
          </ac:spMkLst>
        </pc:spChg>
        <pc:spChg chg="mod">
          <ac:chgData name="Yoshiharu Hamaguchi" userId="470e288704938fe9" providerId="LiveId" clId="{F8197544-B22B-4A13-B6C3-E7FBEF954393}" dt="2024-10-04T00:09:54.746" v="1546" actId="20577"/>
          <ac:spMkLst>
            <pc:docMk/>
            <pc:sldMk cId="3046662596" sldId="268"/>
            <ac:spMk id="3" creationId="{37025C41-8921-578C-16F8-6B5CF0A93AE0}"/>
          </ac:spMkLst>
        </pc:spChg>
        <pc:spChg chg="mod">
          <ac:chgData name="Yoshiharu Hamaguchi" userId="470e288704938fe9" providerId="LiveId" clId="{F8197544-B22B-4A13-B6C3-E7FBEF954393}" dt="2024-10-04T00:08:42.780" v="1413" actId="20577"/>
          <ac:spMkLst>
            <pc:docMk/>
            <pc:sldMk cId="3046662596" sldId="268"/>
            <ac:spMk id="5" creationId="{FFBC9270-DC0A-4F3E-A829-F8E13D587704}"/>
          </ac:spMkLst>
        </pc:spChg>
      </pc:sldChg>
      <pc:sldChg chg="del">
        <pc:chgData name="Yoshiharu Hamaguchi" userId="470e288704938fe9" providerId="LiveId" clId="{F8197544-B22B-4A13-B6C3-E7FBEF954393}" dt="2024-10-03T23:19:50.644" v="71" actId="2696"/>
        <pc:sldMkLst>
          <pc:docMk/>
          <pc:sldMk cId="1811470058" sldId="270"/>
        </pc:sldMkLst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7F6BAB0D-BC5E-6653-04A1-63D29C9AC3C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DE82A148-FC9A-086D-9CB8-3138DCBE29C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E22582BC-59E5-16E5-45F6-F4BB253F68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27246E-3903-4E01-B28D-BFF5567D65C3}" type="datetimeFigureOut">
              <a:rPr kumimoji="1" lang="ja-JP" altLang="en-US" smtClean="0"/>
              <a:t>2026/2/18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8E0264D8-5FFD-45DB-CF47-8ADB966C76C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E9E109B4-CF29-6001-0938-7AD637CFF2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215255-A4EB-4CA9-80B8-E4554434392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13101931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09AAC796-D792-B2E8-C819-8C15EAD615A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17D90211-45C6-B623-D04A-664F354FFA2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BCFF9BC5-7C5B-2A78-C4B2-B0547E2FCA5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27246E-3903-4E01-B28D-BFF5567D65C3}" type="datetimeFigureOut">
              <a:rPr kumimoji="1" lang="ja-JP" altLang="en-US" smtClean="0"/>
              <a:t>2026/2/18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063002B5-EBC2-28E6-096A-FEF5B776F1A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BA731704-F92C-0A74-BFFE-B9AC67B70A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215255-A4EB-4CA9-80B8-E4554434392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292199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E4792D6D-9687-A676-F547-4EC52940A9B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E23BEB69-B094-1602-E75A-FE732A2DAE9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4A71653C-8BCE-8332-CC16-EE83B99FA84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27246E-3903-4E01-B28D-BFF5567D65C3}" type="datetimeFigureOut">
              <a:rPr kumimoji="1" lang="ja-JP" altLang="en-US" smtClean="0"/>
              <a:t>2026/2/18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9F4CFBE6-538C-4DF7-3D6B-4FF0D12D65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55433328-5629-F95B-AD7D-3C84F88F521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215255-A4EB-4CA9-80B8-E4554434392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05259931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D3C2CB1-DCD6-9070-A14A-3D33A7E9BF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A771F067-2C37-0DE8-1954-553A4A4DE37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6AB6691D-9A4C-F90F-C83F-B5955B1B055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099827F4-F96C-9CF8-8258-2D7200BFDDA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27246E-3903-4E01-B28D-BFF5567D65C3}" type="datetimeFigureOut">
              <a:rPr kumimoji="1" lang="ja-JP" altLang="en-US" smtClean="0"/>
              <a:t>2026/2/18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8C2E0CA3-6D78-96DD-3EF3-3A3FB247647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6DADA621-4A5E-86D1-DDAB-0DB153B16C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215255-A4EB-4CA9-80B8-E4554434392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85231189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A1CD479D-0782-AB1E-2F73-D41DEE757BF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B67F6B47-E2D6-54A9-1FDA-F079D33B94D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689C21EA-A153-CCFE-AB55-FA997EF25A3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022BA453-4923-7661-501F-E189547CC03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52245810-E328-C08A-E441-E535829A3D1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54E993D6-A452-73F9-EF7B-322D1B6B76D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27246E-3903-4E01-B28D-BFF5567D65C3}" type="datetimeFigureOut">
              <a:rPr kumimoji="1" lang="ja-JP" altLang="en-US" smtClean="0"/>
              <a:t>2026/2/18</a:t>
            </a:fld>
            <a:endParaRPr kumimoji="1" lang="ja-JP" alt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9CC1172B-C6D5-3F92-3CC7-8A6984E11D4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DE2FBCBC-5AA8-3F5C-98A7-4FF607D68A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215255-A4EB-4CA9-80B8-E4554434392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90980073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4D1993C3-79DC-B413-AA67-20B449CD83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7443713B-8559-AF35-FB38-BED6A7C7289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27246E-3903-4E01-B28D-BFF5567D65C3}" type="datetimeFigureOut">
              <a:rPr kumimoji="1" lang="ja-JP" altLang="en-US" smtClean="0"/>
              <a:t>2026/2/18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39AAE60A-E161-8D9E-6614-1BC1282111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E53AD3F7-DC9F-0034-849E-45C3EFC680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215255-A4EB-4CA9-80B8-E4554434392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0577870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201F0CEB-07E6-BB99-02F3-51207D33A37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27246E-3903-4E01-B28D-BFF5567D65C3}" type="datetimeFigureOut">
              <a:rPr kumimoji="1" lang="ja-JP" altLang="en-US" smtClean="0"/>
              <a:t>2026/2/18</a:t>
            </a:fld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E032D4F1-371A-B04C-0EAB-2A516C4CB4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132C58DE-F7FC-D29F-3D47-FEC904518B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215255-A4EB-4CA9-80B8-E4554434392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81285051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107CB9F-9525-5457-98A5-47D66E027A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3688F5C2-DDA8-DBA3-6558-2D76689286B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28EC735A-7B60-1380-15BB-D09EE51AF2F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45E94756-D8AE-A267-CDA6-96939690A35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27246E-3903-4E01-B28D-BFF5567D65C3}" type="datetimeFigureOut">
              <a:rPr kumimoji="1" lang="ja-JP" altLang="en-US" smtClean="0"/>
              <a:t>2026/2/18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0514A1F6-1102-194F-5863-88537C7EB51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684231B4-8C75-8BE1-4EB8-8D4A98572C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215255-A4EB-4CA9-80B8-E4554434392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27714116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77B2CC8E-13CB-B2A7-1558-E3707B615B7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7369E3F1-4083-D92F-478A-9A4FFA6E9A66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BE977C58-0A9F-7900-38B3-6898556E3D5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09F518B7-7DAC-7423-473C-9D562B4AFE2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27246E-3903-4E01-B28D-BFF5567D65C3}" type="datetimeFigureOut">
              <a:rPr kumimoji="1" lang="ja-JP" altLang="en-US" smtClean="0"/>
              <a:t>2026/2/18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5FA6D0CC-16E9-D009-16B4-05C01B6BFD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BBAD942C-09CB-DA11-4FF1-753B4A4249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215255-A4EB-4CA9-80B8-E4554434392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54618642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4E49D4C5-533C-9635-C421-70C0A1F5AE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B5CF0F36-7714-71CE-1DB5-A52C020974B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C9416463-62CE-D96C-4B6A-D3F33C1FC21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27246E-3903-4E01-B28D-BFF5567D65C3}" type="datetimeFigureOut">
              <a:rPr kumimoji="1" lang="ja-JP" altLang="en-US" smtClean="0"/>
              <a:t>2026/2/18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CA163F17-678B-DDF8-496F-DC3A4B4A6BC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D779D320-C0B6-E84E-2024-0A689F76BF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215255-A4EB-4CA9-80B8-E4554434392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22806457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69694536-CCDD-03AD-BC96-6A9D3B1A4E2E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B0994F37-3382-49B1-A7D4-3E8A02AA24C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F1101AE0-F036-20D1-012A-C066BED70D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27246E-3903-4E01-B28D-BFF5567D65C3}" type="datetimeFigureOut">
              <a:rPr kumimoji="1" lang="ja-JP" altLang="en-US" smtClean="0"/>
              <a:t>2026/2/18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2DD783E3-9663-5DDF-B54D-99018C8E120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C46898E2-A55F-E6BB-CBC0-3F56C12B5D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215255-A4EB-4CA9-80B8-E4554434392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31500960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F6FF4083-A477-3ED5-156C-AD40750CE49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78E7CA38-54DD-7CFB-256B-D25158F17E9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73A4EA3A-2140-DA0F-A603-B97273FED4C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627246E-3903-4E01-B28D-BFF5567D65C3}" type="datetimeFigureOut">
              <a:rPr kumimoji="1" lang="ja-JP" altLang="en-US" smtClean="0"/>
              <a:t>2026/2/18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000E37FC-FE1A-627D-C1B9-396FE265B0B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A9101B58-2867-60AD-B309-1CE6972C5D1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2215255-A4EB-4CA9-80B8-E4554434392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97378655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hyperlink" Target="https://cs.android.com/android/platform/superproject/+/android-latest-release:frameworks/base/core/java/android/view/View.java;l=1?q=View.java&amp;sq=&amp;ss=android%2Fplatform%2Fsuperproject&amp;hl=ja" TargetMode="Externa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hyperlink" Target="https://cs.android.com/android/platform/superproject/+/android-latest-release:frameworks/base/core/java/android/view/ViewGroup.java?hl=ja" TargetMode="External"/><Relationship Id="rId2" Type="http://schemas.openxmlformats.org/officeDocument/2006/relationships/hyperlink" Target="https://cs.android.com/android/platform/superproject/+/android-latest-release:frameworks/base/core/java/android/widget/CheckBox.java?q=CheckBox.java&amp;ss=android%2Fplatform%2Fsuperproject&amp;hl=ja" TargetMode="External"/><Relationship Id="rId1" Type="http://schemas.openxmlformats.org/officeDocument/2006/relationships/slideLayout" Target="../slideLayouts/slideLayout2.xml"/><Relationship Id="rId5" Type="http://schemas.openxmlformats.org/officeDocument/2006/relationships/hyperlink" Target="https://cs.android.com/android/platform/superproject/+/android-latest-release:frameworks/base/core/java/android/widget/RelativeLayout.java;l=90?q=RelativeLayout&amp;ss=android%2Fplatform%2Fsuperproject&amp;hl=ja" TargetMode="External"/><Relationship Id="rId4" Type="http://schemas.openxmlformats.org/officeDocument/2006/relationships/hyperlink" Target="https://cs.android.com/android/platform/superproject/+/android-latest-release:frameworks/layoutlib/create/tests/res/mock_data/mock_android/widget/LinearLayout.java?hl=ja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3" name="Rectangle 22">
            <a:extLst>
              <a:ext uri="{FF2B5EF4-FFF2-40B4-BE49-F238E27FC236}">
                <a16:creationId xmlns:a16="http://schemas.microsoft.com/office/drawing/2014/main" id="{6F5A5072-7B47-4D32-B52A-4EBBF590B8A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9715DAF0-AE1B-46C9-8A6B-DB2AA05AB91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>
            <a:off x="-2" y="-22693"/>
            <a:ext cx="12191999" cy="4374129"/>
          </a:xfrm>
          <a:prstGeom prst="rect">
            <a:avLst/>
          </a:prstGeom>
          <a:gradFill>
            <a:gsLst>
              <a:gs pos="0">
                <a:schemeClr val="accent1">
                  <a:lumMod val="75000"/>
                </a:schemeClr>
              </a:gs>
              <a:gs pos="100000">
                <a:srgbClr val="000000"/>
              </a:gs>
            </a:gsLst>
            <a:lin ang="15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6016219D-510E-4184-9090-6D5578A87BD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3908719" y="-3931841"/>
            <a:ext cx="4374557" cy="12192000"/>
          </a:xfrm>
          <a:prstGeom prst="rect">
            <a:avLst/>
          </a:prstGeom>
          <a:gradFill>
            <a:gsLst>
              <a:gs pos="40000">
                <a:schemeClr val="accent1">
                  <a:alpha val="0"/>
                </a:schemeClr>
              </a:gs>
              <a:gs pos="100000">
                <a:schemeClr val="accent1">
                  <a:lumMod val="75000"/>
                  <a:alpha val="52000"/>
                </a:schemeClr>
              </a:gs>
            </a:gsLst>
            <a:lin ang="2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AFF4A713-7B75-4B21-90D7-5AB19547C72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4136696" y="-3703868"/>
            <a:ext cx="4374128" cy="11736479"/>
          </a:xfrm>
          <a:prstGeom prst="rect">
            <a:avLst/>
          </a:prstGeom>
          <a:gradFill>
            <a:gsLst>
              <a:gs pos="17000">
                <a:schemeClr val="accent1">
                  <a:alpha val="0"/>
                </a:schemeClr>
              </a:gs>
              <a:gs pos="100000">
                <a:srgbClr val="000000">
                  <a:alpha val="37000"/>
                </a:srgbClr>
              </a:gs>
            </a:gsLst>
            <a:lin ang="7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DC631C0B-6DA6-4E57-8231-CE32B3434A7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5" y="-22690"/>
            <a:ext cx="8542485" cy="4374126"/>
          </a:xfrm>
          <a:prstGeom prst="rect">
            <a:avLst/>
          </a:prstGeom>
          <a:gradFill>
            <a:gsLst>
              <a:gs pos="0">
                <a:schemeClr val="accent1">
                  <a:lumMod val="50000"/>
                  <a:alpha val="0"/>
                </a:schemeClr>
              </a:gs>
              <a:gs pos="100000">
                <a:srgbClr val="000000">
                  <a:alpha val="25000"/>
                </a:srgbClr>
              </a:gs>
            </a:gsLst>
            <a:lin ang="18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Freeform: Shape 32">
            <a:extLst>
              <a:ext uri="{FF2B5EF4-FFF2-40B4-BE49-F238E27FC236}">
                <a16:creationId xmlns:a16="http://schemas.microsoft.com/office/drawing/2014/main" id="{C29501E6-A978-4A61-9689-9085AF97A53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2508972">
            <a:off x="5945431" y="-1032053"/>
            <a:ext cx="4990147" cy="4439131"/>
          </a:xfrm>
          <a:custGeom>
            <a:avLst/>
            <a:gdLst>
              <a:gd name="connsiteX0" fmla="*/ 4990147 w 4990147"/>
              <a:gd name="connsiteY0" fmla="*/ 2229378 h 4439131"/>
              <a:gd name="connsiteX1" fmla="*/ 917384 w 4990147"/>
              <a:gd name="connsiteY1" fmla="*/ 4439131 h 4439131"/>
              <a:gd name="connsiteX2" fmla="*/ 910814 w 4990147"/>
              <a:gd name="connsiteY2" fmla="*/ 4434219 h 4439131"/>
              <a:gd name="connsiteX3" fmla="*/ 0 w 4990147"/>
              <a:gd name="connsiteY3" fmla="*/ 2502877 h 4439131"/>
              <a:gd name="connsiteX4" fmla="*/ 2502877 w 4990147"/>
              <a:gd name="connsiteY4" fmla="*/ 0 h 4439131"/>
              <a:gd name="connsiteX5" fmla="*/ 4954904 w 4990147"/>
              <a:gd name="connsiteY5" fmla="*/ 1998460 h 443913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4990147" h="4439131">
                <a:moveTo>
                  <a:pt x="4990147" y="2229378"/>
                </a:moveTo>
                <a:lnTo>
                  <a:pt x="917384" y="4439131"/>
                </a:lnTo>
                <a:lnTo>
                  <a:pt x="910814" y="4434219"/>
                </a:lnTo>
                <a:cubicBezTo>
                  <a:pt x="354557" y="3975154"/>
                  <a:pt x="0" y="3280421"/>
                  <a:pt x="0" y="2502877"/>
                </a:cubicBezTo>
                <a:cubicBezTo>
                  <a:pt x="0" y="1120576"/>
                  <a:pt x="1120576" y="0"/>
                  <a:pt x="2502877" y="0"/>
                </a:cubicBezTo>
                <a:cubicBezTo>
                  <a:pt x="3712390" y="0"/>
                  <a:pt x="4721520" y="857941"/>
                  <a:pt x="4954904" y="1998460"/>
                </a:cubicBezTo>
                <a:close/>
              </a:path>
            </a:pathLst>
          </a:custGeom>
          <a:gradFill>
            <a:gsLst>
              <a:gs pos="0">
                <a:schemeClr val="accent1">
                  <a:alpha val="22000"/>
                </a:schemeClr>
              </a:gs>
              <a:gs pos="87000">
                <a:schemeClr val="accent1">
                  <a:lumMod val="60000"/>
                  <a:lumOff val="40000"/>
                  <a:alpha val="2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2" name="タイトル 1">
            <a:extLst>
              <a:ext uri="{FF2B5EF4-FFF2-40B4-BE49-F238E27FC236}">
                <a16:creationId xmlns:a16="http://schemas.microsoft.com/office/drawing/2014/main" id="{3F0D190A-A8DB-32F1-0D56-13F6D381B77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314824" y="735106"/>
            <a:ext cx="10053763" cy="2928470"/>
          </a:xfrm>
        </p:spPr>
        <p:txBody>
          <a:bodyPr anchor="b">
            <a:normAutofit/>
          </a:bodyPr>
          <a:lstStyle/>
          <a:p>
            <a:pPr algn="l"/>
            <a:r>
              <a:rPr lang="ja-JP" altLang="en-US" sz="4800" dirty="0">
                <a:solidFill>
                  <a:srgbClr val="FFFFFF"/>
                </a:solidFill>
              </a:rPr>
              <a:t>オブジェクト指向プログラミング</a:t>
            </a:r>
            <a:br>
              <a:rPr lang="en-US" altLang="ja-JP" sz="4800" dirty="0">
                <a:solidFill>
                  <a:srgbClr val="FFFFFF"/>
                </a:solidFill>
              </a:rPr>
            </a:br>
            <a:r>
              <a:rPr lang="ja-JP" altLang="en-US" sz="4800" dirty="0">
                <a:solidFill>
                  <a:srgbClr val="FFFFFF"/>
                </a:solidFill>
              </a:rPr>
              <a:t>（</a:t>
            </a:r>
            <a:r>
              <a:rPr lang="en-US" altLang="ja-JP" sz="4800" dirty="0">
                <a:solidFill>
                  <a:srgbClr val="FFFFFF"/>
                </a:solidFill>
              </a:rPr>
              <a:t>OOP</a:t>
            </a:r>
            <a:r>
              <a:rPr lang="ja-JP" altLang="en-US" sz="4800" dirty="0">
                <a:solidFill>
                  <a:srgbClr val="FFFFFF"/>
                </a:solidFill>
              </a:rPr>
              <a:t>）</a:t>
            </a:r>
            <a:r>
              <a:rPr kumimoji="1" lang="ja-JP" altLang="en-US" sz="4800" dirty="0">
                <a:solidFill>
                  <a:srgbClr val="FFFFFF"/>
                </a:solidFill>
              </a:rPr>
              <a:t>概要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BC817A74-920C-0926-7C76-24BA4993B9F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350682" y="4870824"/>
            <a:ext cx="10005951" cy="1458258"/>
          </a:xfrm>
        </p:spPr>
        <p:txBody>
          <a:bodyPr anchor="ctr">
            <a:normAutofit/>
          </a:bodyPr>
          <a:lstStyle/>
          <a:p>
            <a:pPr algn="l"/>
            <a:r>
              <a:rPr lang="ja-JP" altLang="en-US" dirty="0"/>
              <a:t>～ソフトウエアの保守や再利用をしやすくすることを重視する技術～</a:t>
            </a:r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63498245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iterate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9C784ACA-9376-15C6-DD93-68B5D582FA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sz="3600" dirty="0"/>
              <a:t>オブジェクト指向とは</a:t>
            </a:r>
            <a:endParaRPr kumimoji="1" lang="ja-JP" altLang="en-US" sz="3600" dirty="0"/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37025C41-8921-578C-16F8-6B5CF0A93AE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ja-JP" altLang="en-US" dirty="0"/>
              <a:t>✅ソフトの保守や再利用をしやすくすることを重視する技術</a:t>
            </a:r>
            <a:endParaRPr lang="en-US" altLang="ja-JP" dirty="0"/>
          </a:p>
          <a:p>
            <a:pPr marL="0" indent="0">
              <a:buNone/>
            </a:pPr>
            <a:endParaRPr lang="en-US" altLang="ja-JP" dirty="0"/>
          </a:p>
          <a:p>
            <a:pPr marL="0" indent="0">
              <a:buNone/>
            </a:pPr>
            <a:r>
              <a:rPr lang="ja-JP" altLang="en-US" dirty="0"/>
              <a:t>✅個々の部品により強く着目し、部品の独立性を高め、それらを組み上げてシステムを実現することが基本的な考え方</a:t>
            </a:r>
            <a:endParaRPr lang="en-US" altLang="ja-JP" dirty="0"/>
          </a:p>
          <a:p>
            <a:pPr marL="0" indent="0">
              <a:buNone/>
            </a:pPr>
            <a:endParaRPr lang="en-US" altLang="ja-JP" dirty="0"/>
          </a:p>
          <a:p>
            <a:pPr marL="0" indent="0">
              <a:buNone/>
            </a:pPr>
            <a:r>
              <a:rPr lang="ja-JP" altLang="en-US" dirty="0"/>
              <a:t>✅部品の独立性を高めることで、修正が起きた場合の影響範囲を最小限にし、他のシステムで容易に再利用できるようにする</a:t>
            </a:r>
          </a:p>
        </p:txBody>
      </p:sp>
    </p:spTree>
    <p:extLst>
      <p:ext uri="{BB962C8B-B14F-4D97-AF65-F5344CB8AC3E}">
        <p14:creationId xmlns:p14="http://schemas.microsoft.com/office/powerpoint/2010/main" val="401997273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0E07E3-1B09-367C-DDAC-78B4285B48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C1C4982B-BC3A-D6CF-E3B5-60C95AD63E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kumimoji="1" lang="ja-JP" altLang="en-US" sz="3600" dirty="0"/>
              <a:t>オブジェクト指向の三大要素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DD53FF5D-E9CC-E595-2B49-9FD96365E08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66397"/>
            <a:ext cx="10515600" cy="5146674"/>
          </a:xfrm>
        </p:spPr>
        <p:txBody>
          <a:bodyPr>
            <a:normAutofit/>
          </a:bodyPr>
          <a:lstStyle/>
          <a:p>
            <a:pPr>
              <a:buFont typeface="Wingdings" panose="05000000000000000000" pitchFamily="2" charset="2"/>
              <a:buChar char="l"/>
            </a:pPr>
            <a:r>
              <a:rPr lang="ja-JP" altLang="en-US" dirty="0"/>
              <a:t>クラス</a:t>
            </a:r>
            <a:endParaRPr lang="en-US" altLang="ja-JP" dirty="0"/>
          </a:p>
          <a:p>
            <a:pPr>
              <a:buFont typeface="Wingdings" panose="05000000000000000000" pitchFamily="2" charset="2"/>
              <a:buChar char="l"/>
            </a:pPr>
            <a:endParaRPr lang="en-US" altLang="ja-JP" dirty="0"/>
          </a:p>
          <a:p>
            <a:pPr>
              <a:buFont typeface="Wingdings" panose="05000000000000000000" pitchFamily="2" charset="2"/>
              <a:buChar char="l"/>
            </a:pPr>
            <a:r>
              <a:rPr lang="ja-JP" altLang="en-US" dirty="0"/>
              <a:t>ポリモーフィズム（多様性・多態）</a:t>
            </a:r>
            <a:endParaRPr lang="en-US" altLang="ja-JP" dirty="0"/>
          </a:p>
          <a:p>
            <a:pPr lvl="1">
              <a:buFont typeface="Wingdings" panose="05000000000000000000" pitchFamily="2" charset="2"/>
              <a:buChar char="l"/>
            </a:pPr>
            <a:r>
              <a:rPr lang="ja-JP" altLang="en-US" dirty="0"/>
              <a:t>呼び出す側を共通化する</a:t>
            </a:r>
            <a:endParaRPr lang="en-US" altLang="ja-JP" dirty="0"/>
          </a:p>
          <a:p>
            <a:pPr lvl="1">
              <a:buFont typeface="Wingdings" panose="05000000000000000000" pitchFamily="2" charset="2"/>
              <a:buChar char="l"/>
            </a:pPr>
            <a:endParaRPr lang="en-US" altLang="ja-JP" dirty="0"/>
          </a:p>
          <a:p>
            <a:pPr>
              <a:buFont typeface="Wingdings" panose="05000000000000000000" pitchFamily="2" charset="2"/>
              <a:buChar char="l"/>
            </a:pPr>
            <a:r>
              <a:rPr lang="ja-JP" altLang="en-US" dirty="0"/>
              <a:t>継承</a:t>
            </a:r>
            <a:endParaRPr lang="en-US" altLang="ja-JP" dirty="0"/>
          </a:p>
          <a:p>
            <a:pPr lvl="1">
              <a:buFont typeface="Wingdings" panose="05000000000000000000" pitchFamily="2" charset="2"/>
              <a:buChar char="l"/>
            </a:pPr>
            <a:r>
              <a:rPr lang="ja-JP" altLang="en-US" dirty="0"/>
              <a:t>クラス定義の重複を排除する</a:t>
            </a:r>
          </a:p>
        </p:txBody>
      </p:sp>
    </p:spTree>
    <p:extLst>
      <p:ext uri="{BB962C8B-B14F-4D97-AF65-F5344CB8AC3E}">
        <p14:creationId xmlns:p14="http://schemas.microsoft.com/office/powerpoint/2010/main" val="50231254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0E07E3-1B09-367C-DDAC-78B4285B48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C1C4982B-BC3A-D6CF-E3B5-60C95AD63E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sz="3600" dirty="0"/>
              <a:t>クラス</a:t>
            </a:r>
            <a:endParaRPr kumimoji="1" lang="ja-JP" altLang="en-US" sz="3600" dirty="0"/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DD53FF5D-E9CC-E595-2B49-9FD96365E08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66397"/>
            <a:ext cx="10515600" cy="5146674"/>
          </a:xfrm>
        </p:spPr>
        <p:txBody>
          <a:bodyPr>
            <a:normAutofit/>
          </a:bodyPr>
          <a:lstStyle/>
          <a:p>
            <a:pPr>
              <a:buFont typeface="Wingdings" panose="05000000000000000000" pitchFamily="2" charset="2"/>
              <a:buChar char="l"/>
            </a:pPr>
            <a:endParaRPr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135061423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0E07E3-1B09-367C-DDAC-78B4285B48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C1C4982B-BC3A-D6CF-E3B5-60C95AD63E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sz="3600" dirty="0"/>
              <a:t>ポリモーフィズム（多様性・多態）</a:t>
            </a:r>
            <a:endParaRPr kumimoji="1" lang="ja-JP" altLang="en-US" sz="3600" dirty="0"/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DD53FF5D-E9CC-E595-2B49-9FD96365E08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66397"/>
            <a:ext cx="10515600" cy="5146674"/>
          </a:xfrm>
        </p:spPr>
        <p:txBody>
          <a:bodyPr>
            <a:normAutofit/>
          </a:bodyPr>
          <a:lstStyle/>
          <a:p>
            <a:pPr>
              <a:buFont typeface="Wingdings" panose="05000000000000000000" pitchFamily="2" charset="2"/>
              <a:buChar char="l"/>
            </a:pPr>
            <a:endParaRPr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63872353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0E07E3-1B09-367C-DDAC-78B4285B48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C1C4982B-BC3A-D6CF-E3B5-60C95AD63E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kumimoji="1" lang="ja-JP" altLang="en-US" sz="3600" dirty="0"/>
              <a:t>継承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DD53FF5D-E9CC-E595-2B49-9FD96365E08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66397"/>
            <a:ext cx="10515600" cy="5146674"/>
          </a:xfrm>
        </p:spPr>
        <p:txBody>
          <a:bodyPr>
            <a:normAutofit/>
          </a:bodyPr>
          <a:lstStyle/>
          <a:p>
            <a:pPr>
              <a:buFont typeface="Wingdings" panose="05000000000000000000" pitchFamily="2" charset="2"/>
              <a:buChar char="l"/>
            </a:pPr>
            <a:endParaRPr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28244384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5DEC7B6-945C-D6E2-0949-749707BB4D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0B927373-9DA8-EA30-70C7-7407D3117F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ja-JP" sz="3600" dirty="0"/>
              <a:t>【</a:t>
            </a:r>
            <a:r>
              <a:rPr lang="en-US" altLang="ja-JP" sz="3600" dirty="0" err="1"/>
              <a:t>AOSP】Android</a:t>
            </a:r>
            <a:r>
              <a:rPr lang="en-US" altLang="ja-JP" sz="3600" dirty="0"/>
              <a:t> View </a:t>
            </a:r>
            <a:r>
              <a:rPr lang="ja-JP" altLang="en-US" sz="3600" dirty="0"/>
              <a:t>について</a:t>
            </a:r>
            <a:endParaRPr kumimoji="1" lang="ja-JP" altLang="en-US" sz="3600" dirty="0"/>
          </a:p>
        </p:txBody>
      </p:sp>
      <p:sp>
        <p:nvSpPr>
          <p:cNvPr id="35" name="コンテンツ プレースホルダー 34">
            <a:extLst>
              <a:ext uri="{FF2B5EF4-FFF2-40B4-BE49-F238E27FC236}">
                <a16:creationId xmlns:a16="http://schemas.microsoft.com/office/drawing/2014/main" id="{C0E72496-F85F-8447-B573-9737EA56F06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312161979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5DEC7B6-945C-D6E2-0949-749707BB4D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0B927373-9DA8-EA30-70C7-7407D3117F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ja-JP" sz="3600" dirty="0"/>
              <a:t>【</a:t>
            </a:r>
            <a:r>
              <a:rPr lang="en-US" altLang="ja-JP" sz="3600" dirty="0" err="1"/>
              <a:t>AOSP】Android</a:t>
            </a:r>
            <a:r>
              <a:rPr lang="en-US" altLang="ja-JP" sz="3600" dirty="0"/>
              <a:t> View </a:t>
            </a:r>
            <a:r>
              <a:rPr lang="ja-JP" altLang="en-US" sz="3600" dirty="0"/>
              <a:t>クラス継承構造</a:t>
            </a:r>
            <a:endParaRPr kumimoji="1" lang="ja-JP" altLang="en-US" sz="3600" dirty="0"/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DBB9DCA9-3F66-52B6-27D3-F728773B9EF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83365" y="2623931"/>
            <a:ext cx="8123582" cy="3025154"/>
          </a:xfrm>
          <a:ln>
            <a:solidFill>
              <a:schemeClr val="tx1"/>
            </a:solidFill>
          </a:ln>
        </p:spPr>
        <p:txBody>
          <a:bodyPr>
            <a:normAutofit fontScale="55000" lnSpcReduction="20000"/>
          </a:bodyPr>
          <a:lstStyle/>
          <a:p>
            <a:pPr marL="0" indent="0">
              <a:buNone/>
            </a:pPr>
            <a:r>
              <a:rPr lang="en-US" altLang="ja-JP" dirty="0" err="1"/>
              <a:t>java.lang.Object</a:t>
            </a:r>
            <a:endParaRPr lang="en-US" altLang="ja-JP" dirty="0"/>
          </a:p>
          <a:p>
            <a:pPr marL="0" indent="0">
              <a:buNone/>
            </a:pPr>
            <a:r>
              <a:rPr lang="en-US" altLang="ja-JP" dirty="0"/>
              <a:t>└── </a:t>
            </a:r>
            <a:r>
              <a:rPr lang="en-US" altLang="ja-JP" dirty="0" err="1"/>
              <a:t>android.view.View</a:t>
            </a:r>
            <a:r>
              <a:rPr lang="en-US" altLang="ja-JP" dirty="0"/>
              <a:t>                          ← </a:t>
            </a:r>
            <a:r>
              <a:rPr lang="ja-JP" altLang="en-US" dirty="0"/>
              <a:t>すべての</a:t>
            </a:r>
            <a:r>
              <a:rPr lang="en-US" altLang="ja-JP" dirty="0"/>
              <a:t>UI</a:t>
            </a:r>
            <a:r>
              <a:rPr lang="ja-JP" altLang="en-US" dirty="0"/>
              <a:t>部品の基底</a:t>
            </a:r>
          </a:p>
          <a:p>
            <a:pPr marL="0" indent="0">
              <a:buNone/>
            </a:pPr>
            <a:r>
              <a:rPr lang="ja-JP" altLang="en-US" dirty="0"/>
              <a:t>    │   ├── 描画・イベント処理の責務を持つ</a:t>
            </a:r>
          </a:p>
          <a:p>
            <a:pPr marL="0" indent="0">
              <a:buNone/>
            </a:pPr>
            <a:r>
              <a:rPr lang="ja-JP" altLang="en-US" dirty="0"/>
              <a:t>    │   ├── </a:t>
            </a:r>
            <a:r>
              <a:rPr lang="en-US" altLang="ja-JP" dirty="0"/>
              <a:t>measure() / layout() / draw() </a:t>
            </a:r>
            <a:r>
              <a:rPr lang="ja-JP" altLang="en-US" dirty="0"/>
              <a:t>の</a:t>
            </a:r>
            <a:r>
              <a:rPr lang="en-US" altLang="ja-JP" dirty="0"/>
              <a:t>3</a:t>
            </a:r>
            <a:r>
              <a:rPr lang="ja-JP" altLang="en-US" dirty="0"/>
              <a:t>パスで描画</a:t>
            </a:r>
          </a:p>
          <a:p>
            <a:pPr marL="0" indent="0">
              <a:buNone/>
            </a:pPr>
            <a:r>
              <a:rPr lang="ja-JP" altLang="en-US" dirty="0"/>
              <a:t>    │</a:t>
            </a:r>
          </a:p>
          <a:p>
            <a:pPr marL="0" indent="0">
              <a:buNone/>
            </a:pPr>
            <a:r>
              <a:rPr lang="ja-JP" altLang="en-US" dirty="0"/>
              <a:t>    ├── </a:t>
            </a:r>
            <a:r>
              <a:rPr lang="en-US" altLang="ja-JP" dirty="0"/>
              <a:t>[Widget</a:t>
            </a:r>
            <a:r>
              <a:rPr lang="ja-JP" altLang="en-US" dirty="0"/>
              <a:t>群</a:t>
            </a:r>
            <a:r>
              <a:rPr lang="en-US" altLang="ja-JP" dirty="0"/>
              <a:t>] ─ View </a:t>
            </a:r>
            <a:r>
              <a:rPr lang="ja-JP" altLang="en-US" dirty="0"/>
              <a:t>を直接継承する葉ノード</a:t>
            </a:r>
          </a:p>
          <a:p>
            <a:pPr marL="0" indent="0">
              <a:buNone/>
            </a:pPr>
            <a:r>
              <a:rPr lang="ja-JP" altLang="en-US" dirty="0"/>
              <a:t>    │</a:t>
            </a:r>
          </a:p>
          <a:p>
            <a:pPr marL="0" indent="0">
              <a:buNone/>
            </a:pPr>
            <a:r>
              <a:rPr lang="ja-JP" altLang="en-US" dirty="0"/>
              <a:t>    └── </a:t>
            </a:r>
            <a:r>
              <a:rPr lang="en-US" altLang="ja-JP" dirty="0" err="1"/>
              <a:t>android.view.ViewGroup</a:t>
            </a:r>
            <a:r>
              <a:rPr lang="en-US" altLang="ja-JP" dirty="0"/>
              <a:t>                 ← </a:t>
            </a:r>
            <a:r>
              <a:rPr lang="ja-JP" altLang="en-US" dirty="0"/>
              <a:t>子</a:t>
            </a:r>
            <a:r>
              <a:rPr lang="en-US" altLang="ja-JP" dirty="0"/>
              <a:t>View</a:t>
            </a:r>
            <a:r>
              <a:rPr lang="ja-JP" altLang="en-US" dirty="0"/>
              <a:t>を保持できるコンテナ基底</a:t>
            </a:r>
          </a:p>
          <a:p>
            <a:pPr marL="0" indent="0">
              <a:buNone/>
            </a:pPr>
            <a:r>
              <a:rPr lang="ja-JP" altLang="en-US" dirty="0"/>
              <a:t>        └── </a:t>
            </a:r>
            <a:r>
              <a:rPr lang="en-US" altLang="ja-JP" dirty="0"/>
              <a:t>[Layout</a:t>
            </a:r>
            <a:r>
              <a:rPr lang="ja-JP" altLang="en-US" dirty="0"/>
              <a:t>群</a:t>
            </a:r>
            <a:r>
              <a:rPr lang="en-US" altLang="ja-JP" dirty="0"/>
              <a:t>] ─ </a:t>
            </a:r>
            <a:r>
              <a:rPr lang="en-US" altLang="ja-JP" dirty="0" err="1"/>
              <a:t>ViewGroup</a:t>
            </a:r>
            <a:r>
              <a:rPr lang="en-US" altLang="ja-JP" dirty="0"/>
              <a:t> </a:t>
            </a:r>
            <a:r>
              <a:rPr lang="ja-JP" altLang="en-US" dirty="0"/>
              <a:t>を継承するコンテナ</a:t>
            </a:r>
            <a:br>
              <a:rPr lang="en-US" altLang="ja-JP" dirty="0"/>
            </a:br>
            <a:endParaRPr kumimoji="1" lang="en-US" altLang="ja-JP" dirty="0"/>
          </a:p>
          <a:p>
            <a:pPr marL="0" indent="0">
              <a:buNone/>
            </a:pPr>
            <a:endParaRPr kumimoji="1" lang="en-US" altLang="ja-JP" dirty="0"/>
          </a:p>
        </p:txBody>
      </p:sp>
      <p:sp>
        <p:nvSpPr>
          <p:cNvPr id="31" name="タイトル 1">
            <a:extLst>
              <a:ext uri="{FF2B5EF4-FFF2-40B4-BE49-F238E27FC236}">
                <a16:creationId xmlns:a16="http://schemas.microsoft.com/office/drawing/2014/main" id="{765B8BC5-C948-8699-2043-3C6C9FB23DA9}"/>
              </a:ext>
            </a:extLst>
          </p:cNvPr>
          <p:cNvSpPr txBox="1">
            <a:spLocks/>
          </p:cNvSpPr>
          <p:nvPr/>
        </p:nvSpPr>
        <p:spPr>
          <a:xfrm>
            <a:off x="1002195" y="2081454"/>
            <a:ext cx="4479235" cy="54247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kumimoji="1"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ja-JP" sz="1600" dirty="0"/>
              <a:t>Widget</a:t>
            </a:r>
            <a:r>
              <a:rPr lang="ja-JP" altLang="en-US" sz="1600" dirty="0"/>
              <a:t>群（</a:t>
            </a:r>
            <a:r>
              <a:rPr lang="en-US" altLang="ja-JP" sz="1600" dirty="0"/>
              <a:t>View </a:t>
            </a:r>
            <a:r>
              <a:rPr lang="ja-JP" altLang="en-US" sz="1600" dirty="0"/>
              <a:t>の直接・間接サブクラス）</a:t>
            </a:r>
          </a:p>
        </p:txBody>
      </p:sp>
      <p:sp>
        <p:nvSpPr>
          <p:cNvPr id="33" name="タイトル 1">
            <a:extLst>
              <a:ext uri="{FF2B5EF4-FFF2-40B4-BE49-F238E27FC236}">
                <a16:creationId xmlns:a16="http://schemas.microsoft.com/office/drawing/2014/main" id="{3675A081-8997-758C-18C2-07C38154820F}"/>
              </a:ext>
            </a:extLst>
          </p:cNvPr>
          <p:cNvSpPr txBox="1">
            <a:spLocks/>
          </p:cNvSpPr>
          <p:nvPr/>
        </p:nvSpPr>
        <p:spPr>
          <a:xfrm>
            <a:off x="5481430" y="2081453"/>
            <a:ext cx="3380961" cy="54247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kumimoji="1"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ja-JP" sz="1600" dirty="0">
                <a:hlinkClick r:id="rId2"/>
              </a:rPr>
              <a:t>View.java - Android Code Search</a:t>
            </a:r>
            <a:endParaRPr lang="ja-JP" altLang="en-US" sz="1600" dirty="0"/>
          </a:p>
        </p:txBody>
      </p:sp>
    </p:spTree>
    <p:extLst>
      <p:ext uri="{BB962C8B-B14F-4D97-AF65-F5344CB8AC3E}">
        <p14:creationId xmlns:p14="http://schemas.microsoft.com/office/powerpoint/2010/main" val="387834956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5DEC7B6-945C-D6E2-0949-749707BB4D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0B927373-9DA8-EA30-70C7-7407D3117FF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9357" y="49946"/>
            <a:ext cx="10515600" cy="1325563"/>
          </a:xfrm>
        </p:spPr>
        <p:txBody>
          <a:bodyPr>
            <a:normAutofit/>
          </a:bodyPr>
          <a:lstStyle/>
          <a:p>
            <a:r>
              <a:rPr lang="en-US" altLang="ja-JP" sz="3600" dirty="0"/>
              <a:t>【</a:t>
            </a:r>
            <a:r>
              <a:rPr lang="en-US" altLang="ja-JP" sz="3600" dirty="0" err="1"/>
              <a:t>AOSP】Widget</a:t>
            </a:r>
            <a:r>
              <a:rPr lang="ja-JP" altLang="en-US" sz="3600" dirty="0"/>
              <a:t>群と</a:t>
            </a:r>
            <a:r>
              <a:rPr lang="en-US" altLang="ja-JP" sz="3600" dirty="0"/>
              <a:t>Layout</a:t>
            </a:r>
            <a:r>
              <a:rPr lang="ja-JP" altLang="en-US" sz="3600" dirty="0"/>
              <a:t>群</a:t>
            </a:r>
            <a:endParaRPr kumimoji="1" lang="ja-JP" altLang="en-US" sz="3600" dirty="0"/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DBB9DCA9-3F66-52B6-27D3-F728773B9EF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510748" y="1560447"/>
            <a:ext cx="3597965" cy="4435475"/>
          </a:xfrm>
          <a:ln>
            <a:solidFill>
              <a:schemeClr val="tx1"/>
            </a:solidFill>
          </a:ln>
        </p:spPr>
        <p:txBody>
          <a:bodyPr>
            <a:normAutofit fontScale="47500" lnSpcReduction="20000"/>
          </a:bodyPr>
          <a:lstStyle/>
          <a:p>
            <a:pPr marL="0" indent="0">
              <a:buNone/>
            </a:pPr>
            <a:r>
              <a:rPr lang="en-US" altLang="ja-JP" dirty="0"/>
              <a:t>View</a:t>
            </a:r>
          </a:p>
          <a:p>
            <a:pPr marL="0" indent="0">
              <a:buNone/>
            </a:pPr>
            <a:r>
              <a:rPr lang="en-US" altLang="ja-JP" dirty="0"/>
              <a:t>├── </a:t>
            </a:r>
            <a:r>
              <a:rPr lang="en-US" altLang="ja-JP" dirty="0" err="1"/>
              <a:t>TextView</a:t>
            </a:r>
            <a:endParaRPr lang="en-US" altLang="ja-JP" dirty="0"/>
          </a:p>
          <a:p>
            <a:pPr marL="0" indent="0">
              <a:buNone/>
            </a:pPr>
            <a:r>
              <a:rPr lang="en-US" altLang="ja-JP" dirty="0"/>
              <a:t>│   ├── Button</a:t>
            </a:r>
          </a:p>
          <a:p>
            <a:pPr marL="0" indent="0">
              <a:buNone/>
            </a:pPr>
            <a:r>
              <a:rPr lang="en-US" altLang="ja-JP" dirty="0"/>
              <a:t>│   │   ├── </a:t>
            </a:r>
            <a:r>
              <a:rPr lang="en-US" altLang="ja-JP" dirty="0" err="1"/>
              <a:t>CompoundButton</a:t>
            </a:r>
            <a:endParaRPr lang="en-US" altLang="ja-JP" dirty="0"/>
          </a:p>
          <a:p>
            <a:pPr marL="0" indent="0">
              <a:buNone/>
            </a:pPr>
            <a:r>
              <a:rPr lang="en-US" altLang="ja-JP" dirty="0"/>
              <a:t>│   │   │   ├── </a:t>
            </a:r>
            <a:r>
              <a:rPr lang="en-US" altLang="ja-JP" dirty="0" err="1">
                <a:solidFill>
                  <a:srgbClr val="FF0000"/>
                </a:solidFill>
              </a:rPr>
              <a:t>CheckBox</a:t>
            </a:r>
            <a:endParaRPr lang="en-US" altLang="ja-JP" dirty="0">
              <a:solidFill>
                <a:srgbClr val="FF0000"/>
              </a:solidFill>
            </a:endParaRPr>
          </a:p>
          <a:p>
            <a:pPr marL="0" indent="0">
              <a:buNone/>
            </a:pPr>
            <a:r>
              <a:rPr lang="en-US" altLang="ja-JP" dirty="0"/>
              <a:t>│   │   │   └── </a:t>
            </a:r>
            <a:r>
              <a:rPr lang="en-US" altLang="ja-JP" dirty="0" err="1"/>
              <a:t>ToggleButton</a:t>
            </a:r>
            <a:endParaRPr lang="en-US" altLang="ja-JP" dirty="0"/>
          </a:p>
          <a:p>
            <a:pPr marL="0" indent="0">
              <a:buNone/>
            </a:pPr>
            <a:r>
              <a:rPr lang="en-US" altLang="ja-JP" dirty="0"/>
              <a:t>│   │   └── </a:t>
            </a:r>
            <a:r>
              <a:rPr lang="en-US" altLang="ja-JP" dirty="0" err="1"/>
              <a:t>ImageButton</a:t>
            </a:r>
            <a:endParaRPr lang="en-US" altLang="ja-JP" dirty="0"/>
          </a:p>
          <a:p>
            <a:pPr marL="0" indent="0">
              <a:buNone/>
            </a:pPr>
            <a:r>
              <a:rPr lang="en-US" altLang="ja-JP" dirty="0"/>
              <a:t>│   ├── </a:t>
            </a:r>
            <a:r>
              <a:rPr lang="en-US" altLang="ja-JP" dirty="0" err="1"/>
              <a:t>EditText</a:t>
            </a:r>
            <a:endParaRPr lang="en-US" altLang="ja-JP" dirty="0"/>
          </a:p>
          <a:p>
            <a:pPr marL="0" indent="0">
              <a:buNone/>
            </a:pPr>
            <a:r>
              <a:rPr lang="ja-JP" altLang="en-US" dirty="0"/>
              <a:t>・・・</a:t>
            </a:r>
            <a:endParaRPr lang="en-US" altLang="ja-JP" dirty="0"/>
          </a:p>
          <a:p>
            <a:pPr marL="0" indent="0">
              <a:buNone/>
            </a:pPr>
            <a:r>
              <a:rPr lang="ja-JP" altLang="en-US" dirty="0"/>
              <a:t>├── </a:t>
            </a:r>
            <a:r>
              <a:rPr lang="en-US" altLang="ja-JP" dirty="0"/>
              <a:t>ProgressBar</a:t>
            </a:r>
          </a:p>
          <a:p>
            <a:pPr marL="0" indent="0">
              <a:buNone/>
            </a:pPr>
            <a:r>
              <a:rPr lang="en-US" altLang="ja-JP" dirty="0"/>
              <a:t>│   └── </a:t>
            </a:r>
            <a:r>
              <a:rPr lang="en-US" altLang="ja-JP" dirty="0" err="1"/>
              <a:t>AbsSeekBar</a:t>
            </a:r>
            <a:endParaRPr lang="en-US" altLang="ja-JP" dirty="0"/>
          </a:p>
          <a:p>
            <a:pPr marL="0" indent="0">
              <a:buNone/>
            </a:pPr>
            <a:r>
              <a:rPr lang="en-US" altLang="ja-JP" dirty="0"/>
              <a:t>│       ├── </a:t>
            </a:r>
            <a:r>
              <a:rPr lang="en-US" altLang="ja-JP" dirty="0" err="1"/>
              <a:t>SeekBar</a:t>
            </a:r>
            <a:endParaRPr lang="en-US" altLang="ja-JP" dirty="0"/>
          </a:p>
          <a:p>
            <a:pPr marL="0" indent="0">
              <a:buNone/>
            </a:pPr>
            <a:r>
              <a:rPr lang="en-US" altLang="ja-JP" dirty="0"/>
              <a:t>│</a:t>
            </a:r>
          </a:p>
          <a:p>
            <a:pPr marL="0" indent="0">
              <a:buNone/>
            </a:pPr>
            <a:r>
              <a:rPr lang="en-US" altLang="ja-JP" dirty="0"/>
              <a:t>├── </a:t>
            </a:r>
            <a:r>
              <a:rPr lang="en-US" altLang="ja-JP" dirty="0" err="1"/>
              <a:t>SurfaceView</a:t>
            </a:r>
            <a:endParaRPr lang="en-US" altLang="ja-JP" dirty="0"/>
          </a:p>
          <a:p>
            <a:pPr marL="0" indent="0">
              <a:buNone/>
            </a:pPr>
            <a:r>
              <a:rPr lang="en-US" altLang="ja-JP" dirty="0"/>
              <a:t>│   └── </a:t>
            </a:r>
            <a:r>
              <a:rPr lang="en-US" altLang="ja-JP" dirty="0" err="1"/>
              <a:t>GLSurfaceView</a:t>
            </a:r>
            <a:endParaRPr lang="en-US" altLang="ja-JP" dirty="0"/>
          </a:p>
          <a:p>
            <a:pPr marL="0" indent="0">
              <a:buNone/>
            </a:pPr>
            <a:r>
              <a:rPr lang="ja-JP" altLang="en-US" dirty="0"/>
              <a:t>・・・</a:t>
            </a:r>
            <a:endParaRPr kumimoji="1" lang="en-US" altLang="ja-JP" dirty="0"/>
          </a:p>
        </p:txBody>
      </p:sp>
      <p:sp>
        <p:nvSpPr>
          <p:cNvPr id="4" name="コンテンツ プレースホルダー 2">
            <a:extLst>
              <a:ext uri="{FF2B5EF4-FFF2-40B4-BE49-F238E27FC236}">
                <a16:creationId xmlns:a16="http://schemas.microsoft.com/office/drawing/2014/main" id="{46303621-95E8-6A8F-92E1-DFB3B0AFB685}"/>
              </a:ext>
            </a:extLst>
          </p:cNvPr>
          <p:cNvSpPr txBox="1">
            <a:spLocks/>
          </p:cNvSpPr>
          <p:nvPr/>
        </p:nvSpPr>
        <p:spPr>
          <a:xfrm>
            <a:off x="6490252" y="1560447"/>
            <a:ext cx="3597965" cy="4435475"/>
          </a:xfrm>
          <a:prstGeom prst="rect">
            <a:avLst/>
          </a:prstGeom>
          <a:ln>
            <a:solidFill>
              <a:schemeClr val="tx1"/>
            </a:solidFill>
          </a:ln>
        </p:spPr>
        <p:txBody>
          <a:bodyPr vert="horz" lIns="91440" tIns="45720" rIns="91440" bIns="45720" rtlCol="0">
            <a:normAutofit fontScale="700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kumimoji="1"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altLang="ja-JP" dirty="0" err="1">
                <a:solidFill>
                  <a:srgbClr val="FF0000"/>
                </a:solidFill>
              </a:rPr>
              <a:t>ViewGroup</a:t>
            </a:r>
            <a:endParaRPr lang="en-US" altLang="ja-JP" dirty="0">
              <a:solidFill>
                <a:srgbClr val="FF0000"/>
              </a:solidFill>
            </a:endParaRPr>
          </a:p>
          <a:p>
            <a:pPr marL="0" indent="0">
              <a:buNone/>
            </a:pPr>
            <a:r>
              <a:rPr lang="en-US" altLang="ja-JP" dirty="0"/>
              <a:t>├── </a:t>
            </a:r>
            <a:r>
              <a:rPr lang="en-US" altLang="ja-JP" dirty="0" err="1">
                <a:solidFill>
                  <a:srgbClr val="FF0000"/>
                </a:solidFill>
              </a:rPr>
              <a:t>LinearLayout</a:t>
            </a:r>
            <a:endParaRPr lang="en-US" altLang="ja-JP" dirty="0">
              <a:solidFill>
                <a:srgbClr val="FF0000"/>
              </a:solidFill>
            </a:endParaRPr>
          </a:p>
          <a:p>
            <a:pPr marL="0" indent="0">
              <a:buNone/>
            </a:pPr>
            <a:r>
              <a:rPr lang="en-US" altLang="ja-JP" dirty="0"/>
              <a:t>├── </a:t>
            </a:r>
            <a:r>
              <a:rPr lang="en-US" altLang="ja-JP" dirty="0" err="1"/>
              <a:t>RelativeLayout</a:t>
            </a:r>
            <a:endParaRPr lang="en-US" altLang="ja-JP" dirty="0"/>
          </a:p>
          <a:p>
            <a:pPr marL="0" indent="0">
              <a:buNone/>
            </a:pPr>
            <a:r>
              <a:rPr lang="en-US" altLang="ja-JP" dirty="0"/>
              <a:t>├── </a:t>
            </a:r>
            <a:r>
              <a:rPr lang="en-US" altLang="ja-JP" dirty="0" err="1"/>
              <a:t>FrameLayout</a:t>
            </a:r>
            <a:endParaRPr lang="en-US" altLang="ja-JP" dirty="0"/>
          </a:p>
          <a:p>
            <a:pPr marL="0" indent="0">
              <a:buNone/>
            </a:pPr>
            <a:r>
              <a:rPr lang="en-US" altLang="ja-JP" dirty="0"/>
              <a:t>│   ├── </a:t>
            </a:r>
            <a:r>
              <a:rPr lang="en-US" altLang="ja-JP" dirty="0" err="1"/>
              <a:t>ScrollView</a:t>
            </a:r>
            <a:endParaRPr lang="en-US" altLang="ja-JP" dirty="0"/>
          </a:p>
          <a:p>
            <a:pPr marL="0" indent="0">
              <a:buNone/>
            </a:pPr>
            <a:r>
              <a:rPr lang="en-US" altLang="ja-JP" dirty="0"/>
              <a:t>│   ├── </a:t>
            </a:r>
            <a:r>
              <a:rPr lang="en-US" altLang="ja-JP" dirty="0" err="1"/>
              <a:t>HorizontalScrollView</a:t>
            </a:r>
            <a:endParaRPr lang="en-US" altLang="ja-JP" dirty="0"/>
          </a:p>
          <a:p>
            <a:pPr marL="0" indent="0">
              <a:buNone/>
            </a:pPr>
            <a:r>
              <a:rPr lang="en-US" altLang="ja-JP" dirty="0"/>
              <a:t>│</a:t>
            </a:r>
          </a:p>
          <a:p>
            <a:pPr marL="0" indent="0">
              <a:buNone/>
            </a:pPr>
            <a:r>
              <a:rPr lang="en-US" altLang="ja-JP" dirty="0"/>
              <a:t>├── </a:t>
            </a:r>
            <a:r>
              <a:rPr lang="en-US" altLang="ja-JP" dirty="0" err="1"/>
              <a:t>AbsListView</a:t>
            </a:r>
            <a:endParaRPr lang="en-US" altLang="ja-JP" dirty="0"/>
          </a:p>
          <a:p>
            <a:pPr marL="0" indent="0">
              <a:buNone/>
            </a:pPr>
            <a:r>
              <a:rPr lang="en-US" altLang="ja-JP" dirty="0"/>
              <a:t>│   ├── </a:t>
            </a:r>
            <a:r>
              <a:rPr lang="en-US" altLang="ja-JP" dirty="0" err="1"/>
              <a:t>ListView</a:t>
            </a:r>
            <a:endParaRPr lang="en-US" altLang="ja-JP" dirty="0"/>
          </a:p>
          <a:p>
            <a:pPr marL="0" indent="0">
              <a:buNone/>
            </a:pPr>
            <a:r>
              <a:rPr lang="en-US" altLang="ja-JP" dirty="0"/>
              <a:t>│   └── </a:t>
            </a:r>
            <a:r>
              <a:rPr lang="en-US" altLang="ja-JP" dirty="0" err="1"/>
              <a:t>GridView</a:t>
            </a:r>
            <a:endParaRPr lang="en-US" altLang="ja-JP" dirty="0"/>
          </a:p>
          <a:p>
            <a:pPr marL="0" indent="0">
              <a:buNone/>
            </a:pPr>
            <a:r>
              <a:rPr lang="en-US" altLang="ja-JP" dirty="0"/>
              <a:t>│</a:t>
            </a:r>
          </a:p>
          <a:p>
            <a:pPr marL="0" indent="0">
              <a:buNone/>
            </a:pPr>
            <a:r>
              <a:rPr lang="ja-JP" altLang="en-US" dirty="0"/>
              <a:t>・・・</a:t>
            </a:r>
            <a:endParaRPr lang="en-US" altLang="ja-JP" dirty="0"/>
          </a:p>
        </p:txBody>
      </p:sp>
      <p:sp>
        <p:nvSpPr>
          <p:cNvPr id="5" name="タイトル 1">
            <a:extLst>
              <a:ext uri="{FF2B5EF4-FFF2-40B4-BE49-F238E27FC236}">
                <a16:creationId xmlns:a16="http://schemas.microsoft.com/office/drawing/2014/main" id="{66136BD1-2770-B9C5-B846-FBEFD2BE4A04}"/>
              </a:ext>
            </a:extLst>
          </p:cNvPr>
          <p:cNvSpPr txBox="1">
            <a:spLocks/>
          </p:cNvSpPr>
          <p:nvPr/>
        </p:nvSpPr>
        <p:spPr>
          <a:xfrm>
            <a:off x="1320247" y="1105853"/>
            <a:ext cx="4479235" cy="54247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kumimoji="1"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ja-JP" sz="1600" dirty="0"/>
              <a:t>Widget</a:t>
            </a:r>
            <a:r>
              <a:rPr lang="ja-JP" altLang="en-US" sz="1600" dirty="0"/>
              <a:t>群（</a:t>
            </a:r>
            <a:r>
              <a:rPr lang="en-US" altLang="ja-JP" sz="1600" dirty="0"/>
              <a:t>View </a:t>
            </a:r>
            <a:r>
              <a:rPr lang="ja-JP" altLang="en-US" sz="1600" dirty="0"/>
              <a:t>の直接・間接サブクラス）</a:t>
            </a:r>
          </a:p>
        </p:txBody>
      </p:sp>
      <p:sp>
        <p:nvSpPr>
          <p:cNvPr id="6" name="タイトル 1">
            <a:extLst>
              <a:ext uri="{FF2B5EF4-FFF2-40B4-BE49-F238E27FC236}">
                <a16:creationId xmlns:a16="http://schemas.microsoft.com/office/drawing/2014/main" id="{E5C710C3-6F1C-6A8E-D141-525D6D819F0F}"/>
              </a:ext>
            </a:extLst>
          </p:cNvPr>
          <p:cNvSpPr txBox="1">
            <a:spLocks/>
          </p:cNvSpPr>
          <p:nvPr/>
        </p:nvSpPr>
        <p:spPr>
          <a:xfrm>
            <a:off x="6347791" y="1105853"/>
            <a:ext cx="4479235" cy="54247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kumimoji="1"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ja-JP" sz="1600"/>
              <a:t>Widget</a:t>
            </a:r>
            <a:r>
              <a:rPr lang="ja-JP" altLang="en-US" sz="1600"/>
              <a:t>群（</a:t>
            </a:r>
            <a:r>
              <a:rPr lang="en-US" altLang="ja-JP" sz="1600"/>
              <a:t>View </a:t>
            </a:r>
            <a:r>
              <a:rPr lang="ja-JP" altLang="en-US" sz="1600"/>
              <a:t>の直接・間接サブクラス）</a:t>
            </a:r>
            <a:endParaRPr lang="ja-JP" altLang="en-US" sz="1600" dirty="0"/>
          </a:p>
        </p:txBody>
      </p:sp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4B80002E-A0D9-004A-521B-644928697AD8}"/>
              </a:ext>
            </a:extLst>
          </p:cNvPr>
          <p:cNvSpPr txBox="1"/>
          <p:nvPr/>
        </p:nvSpPr>
        <p:spPr>
          <a:xfrm>
            <a:off x="1320247" y="5977873"/>
            <a:ext cx="609765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ja-JP" dirty="0">
                <a:hlinkClick r:id="rId2"/>
              </a:rPr>
              <a:t>CheckBox.java - Android Code Search</a:t>
            </a:r>
            <a:endParaRPr lang="ja-JP" altLang="en-US" dirty="0"/>
          </a:p>
        </p:txBody>
      </p:sp>
      <p:sp>
        <p:nvSpPr>
          <p:cNvPr id="10" name="テキスト ボックス 9">
            <a:extLst>
              <a:ext uri="{FF2B5EF4-FFF2-40B4-BE49-F238E27FC236}">
                <a16:creationId xmlns:a16="http://schemas.microsoft.com/office/drawing/2014/main" id="{44053B83-D201-B9D0-D513-71B48DAC0869}"/>
              </a:ext>
            </a:extLst>
          </p:cNvPr>
          <p:cNvSpPr txBox="1"/>
          <p:nvPr/>
        </p:nvSpPr>
        <p:spPr>
          <a:xfrm>
            <a:off x="6490252" y="5977873"/>
            <a:ext cx="609765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ja-JP" dirty="0">
                <a:hlinkClick r:id="rId3"/>
              </a:rPr>
              <a:t>ViewGroup.java - Android Code Search</a:t>
            </a:r>
            <a:endParaRPr lang="ja-JP" altLang="en-US" dirty="0"/>
          </a:p>
        </p:txBody>
      </p:sp>
      <p:sp>
        <p:nvSpPr>
          <p:cNvPr id="12" name="テキスト ボックス 11">
            <a:extLst>
              <a:ext uri="{FF2B5EF4-FFF2-40B4-BE49-F238E27FC236}">
                <a16:creationId xmlns:a16="http://schemas.microsoft.com/office/drawing/2014/main" id="{A1D69DE0-58D7-44A5-1A3C-0E8F124CBDB1}"/>
              </a:ext>
            </a:extLst>
          </p:cNvPr>
          <p:cNvSpPr txBox="1"/>
          <p:nvPr/>
        </p:nvSpPr>
        <p:spPr>
          <a:xfrm>
            <a:off x="6445525" y="6260633"/>
            <a:ext cx="629146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ja-JP" dirty="0">
                <a:hlinkClick r:id="rId4"/>
              </a:rPr>
              <a:t>LinearLayout.java - Android Code Search</a:t>
            </a:r>
            <a:endParaRPr lang="ja-JP" altLang="en-US" dirty="0"/>
          </a:p>
        </p:txBody>
      </p:sp>
      <p:sp>
        <p:nvSpPr>
          <p:cNvPr id="14" name="テキスト ボックス 13">
            <a:extLst>
              <a:ext uri="{FF2B5EF4-FFF2-40B4-BE49-F238E27FC236}">
                <a16:creationId xmlns:a16="http://schemas.microsoft.com/office/drawing/2014/main" id="{C505B17A-5093-45B2-15E9-12AC88052A89}"/>
              </a:ext>
            </a:extLst>
          </p:cNvPr>
          <p:cNvSpPr txBox="1"/>
          <p:nvPr/>
        </p:nvSpPr>
        <p:spPr>
          <a:xfrm>
            <a:off x="6445525" y="6488668"/>
            <a:ext cx="636601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ja-JP" dirty="0">
                <a:hlinkClick r:id="rId5"/>
              </a:rPr>
              <a:t>RelativeLayout.java - Android Code Search</a:t>
            </a:r>
            <a:endParaRPr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166586713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游ゴシック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2652</TotalTime>
  <Words>398</Words>
  <Application>Microsoft Office PowerPoint</Application>
  <PresentationFormat>ワイド画面</PresentationFormat>
  <Paragraphs>67</Paragraphs>
  <Slides>9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4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9</vt:i4>
      </vt:variant>
    </vt:vector>
  </HeadingPairs>
  <TitlesOfParts>
    <vt:vector size="14" baseType="lpstr">
      <vt:lpstr>游ゴシック</vt:lpstr>
      <vt:lpstr>游ゴシック Light</vt:lpstr>
      <vt:lpstr>Arial</vt:lpstr>
      <vt:lpstr>Wingdings</vt:lpstr>
      <vt:lpstr>Office テーマ</vt:lpstr>
      <vt:lpstr>オブジェクト指向プログラミング （OOP）概要</vt:lpstr>
      <vt:lpstr>オブジェクト指向とは</vt:lpstr>
      <vt:lpstr>オブジェクト指向の三大要素</vt:lpstr>
      <vt:lpstr>クラス</vt:lpstr>
      <vt:lpstr>ポリモーフィズム（多様性・多態）</vt:lpstr>
      <vt:lpstr>継承</vt:lpstr>
      <vt:lpstr>【AOSP】Android View について</vt:lpstr>
      <vt:lpstr>【AOSP】Android View クラス継承構造</vt:lpstr>
      <vt:lpstr>【AOSP】Widget群とLayout群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Yoshiharu Hamaguchi</dc:creator>
  <cp:lastModifiedBy>Yoshiharu Hamaguchi</cp:lastModifiedBy>
  <cp:revision>7</cp:revision>
  <dcterms:created xsi:type="dcterms:W3CDTF">2024-08-17T02:49:21Z</dcterms:created>
  <dcterms:modified xsi:type="dcterms:W3CDTF">2026-02-18T15:32:28Z</dcterms:modified>
</cp:coreProperties>
</file>